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411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7DDB12-0C4E-4FC5-8CA7-12170A79616E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C8A07-E417-42BB-8FAE-EE66C86304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7018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C8A07-E417-42BB-8FAE-EE66C86304C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700345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F65544B-79AF-4D78-9C8D-7DF119582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DE5F8A3-F9DD-4C6A-8BE0-FBB976061E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A64DC35-AFAE-4298-A534-89F82605D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5F2D07-AF96-4088-B6C6-B85FBF8D2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EF443B8-80D2-4AEC-A099-C9EA2169F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4549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F48444-CA59-4C18-B2A9-394D9508A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DF7F6F9-B0E5-4108-A6D2-FDD3132BF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094F686-1892-4253-947F-FC7FED585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3283AE-28B1-48FB-B4C1-9EF05574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34C81-B295-4A31-9D0E-8EBCF4A26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826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21F4A9-512F-444A-83DD-686EABFCA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919B858-30D1-469B-A7E0-68A6ECDA67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4930127-2C18-424A-8C89-C01FAFC7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EF09351-9BC7-4717-A570-188EE96E9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DC6BCEE-0250-4C3F-B068-B9AC4D43A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2406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2F4D470-A039-49E0-AE11-6430F30F2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F2C496-045E-45F0-8D6A-7AD8D0F49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3CF879F-5787-4818-9C23-44E735326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7AE625C-F8A7-40B1-9704-4628264B6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30DA5EB-62D4-4600-BEC1-D293557A1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5A53B9-D591-4B2F-A6B5-CC582FB75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9494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8C212-7BD1-4075-A64B-C57EBF47C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0A34A2-EC19-4540-8852-6DC6CBCAE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94E399B-E775-447E-9ED3-E98A3A7A6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11F055B-851F-495C-9DB4-C805392CE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840FD94-EF95-4BF8-8FEF-15EF552F22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30A3FB0B-48F8-4DB3-BFAC-3EA3CE2E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8D5C984-DC19-4FD6-BA54-BF75FBE9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F4D436AC-48A4-4E69-8E47-56AF18CD3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5402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3B8DB0D-02AE-4E20-863F-3418E398B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CB016BE-B8CB-43C4-8C80-E353FB3F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C04D9E3-F7A5-40C7-8073-ADBE26EA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C85140A-C0E6-412A-A909-071961548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0319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5962BFD-A7F4-4FA3-83E3-EB69202C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30FA5C5-7989-46BF-860D-E22DD97D1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85E8F5-4032-433E-8D45-C8589112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21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F10BA74-F21C-404E-9795-B413D6415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34B36-8961-4E33-856B-606532913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C34222C-7DB4-4AF9-8D97-3DB3D706DE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D5D8265-0A49-4DAA-B7DA-A19093B57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E220459-6FA7-4865-BEF3-B640F1289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413561-DA56-4E2C-8F09-719AFBA75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2087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1299D2-508D-4A7B-9BF3-8B6F7F004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F7585F5-80DE-4C62-9132-EC6C088D3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339350D-C60D-488F-B5D3-5B0F77EF8F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CBC0E1-7D0F-404C-8FA8-3A0D39136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BA2C210-59AB-497C-A495-601FE3CDC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1422D54-F5B2-4855-B0FF-2A8B4FE58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939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29CFDAC-85C4-4880-A167-21C1BD9B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CB9AD16-8CC2-48FB-8C2F-5120F0699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37D772-7B6F-4A9E-9E96-4EFCF0F42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D0DCBD5-C9C2-4F6B-A559-1292E638A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FE2F578-5B1F-4FE0-9224-2A80F8446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91211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A23B6033-85A4-4F51-8C20-8A317C851B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AC0B48-6C63-4CDC-8929-7DCFE0CF0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A0F2A95-FFE9-47CA-A487-640FE6640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7630F9D-32AB-4C93-987F-9B19A662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55EC93A-50BA-4A4D-BD13-DBC83DCC3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89892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FE47FC5-7756-483A-93E0-93570B3336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0E4350E-86D7-4DF8-9BDF-F35263B554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78AE9AC-ABC8-45EF-807D-D231849F54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7D7EE3-5631-451F-8DF0-7636CA6BF5F7}" type="datetimeFigureOut">
              <a:rPr lang="fr-FR" smtClean="0"/>
              <a:t>15/11/2021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4798BB8-6B96-4079-AE9B-285ED2853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CEDFE6-F5AE-494C-ACA5-447389495B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56681-2A47-456E-882F-8F1575C0F3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791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Image 86">
            <a:extLst>
              <a:ext uri="{FF2B5EF4-FFF2-40B4-BE49-F238E27FC236}">
                <a16:creationId xmlns:a16="http://schemas.microsoft.com/office/drawing/2014/main" id="{DB9D23C4-1E0E-4ADD-96B1-912422F5E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6925656" cy="3511600"/>
          </a:xfrm>
          <a:prstGeom prst="rect">
            <a:avLst/>
          </a:prstGeom>
        </p:spPr>
      </p:pic>
      <p:pic>
        <p:nvPicPr>
          <p:cNvPr id="85" name="Image 84">
            <a:extLst>
              <a:ext uri="{FF2B5EF4-FFF2-40B4-BE49-F238E27FC236}">
                <a16:creationId xmlns:a16="http://schemas.microsoft.com/office/drawing/2014/main" id="{3E6FD83F-2CFF-456D-B1F6-E7F169D72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8785" y="0"/>
            <a:ext cx="6654429" cy="6858000"/>
          </a:xfrm>
          <a:prstGeom prst="rect">
            <a:avLst/>
          </a:prstGeom>
        </p:spPr>
      </p:pic>
      <p:sp>
        <p:nvSpPr>
          <p:cNvPr id="71" name="Elipse 57">
            <a:extLst>
              <a:ext uri="{FF2B5EF4-FFF2-40B4-BE49-F238E27FC236}">
                <a16:creationId xmlns:a16="http://schemas.microsoft.com/office/drawing/2014/main" id="{2C8F78F9-9B6D-496B-831B-0934A54216D9}"/>
              </a:ext>
            </a:extLst>
          </p:cNvPr>
          <p:cNvSpPr/>
          <p:nvPr/>
        </p:nvSpPr>
        <p:spPr>
          <a:xfrm>
            <a:off x="1224070" y="948874"/>
            <a:ext cx="749110" cy="703464"/>
          </a:xfrm>
          <a:prstGeom prst="ellipse">
            <a:avLst/>
          </a:prstGeom>
          <a:pattFill prst="wdDnDiag">
            <a:fgClr>
              <a:schemeClr val="accent3"/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Arco de bloque 63">
            <a:extLst>
              <a:ext uri="{FF2B5EF4-FFF2-40B4-BE49-F238E27FC236}">
                <a16:creationId xmlns:a16="http://schemas.microsoft.com/office/drawing/2014/main" id="{220AADFA-9B9F-4184-8B2F-188DDEBF81A3}"/>
              </a:ext>
            </a:extLst>
          </p:cNvPr>
          <p:cNvSpPr/>
          <p:nvPr/>
        </p:nvSpPr>
        <p:spPr>
          <a:xfrm rot="10800000">
            <a:off x="9862580" y="-1395200"/>
            <a:ext cx="2067339" cy="2758315"/>
          </a:xfrm>
          <a:prstGeom prst="blockArc">
            <a:avLst>
              <a:gd name="adj1" fmla="val 10800000"/>
              <a:gd name="adj2" fmla="val 21548576"/>
              <a:gd name="adj3" fmla="val 5838"/>
            </a:avLst>
          </a:prstGeom>
          <a:solidFill>
            <a:srgbClr val="0E5888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8" name="Rectángulo 8">
            <a:extLst>
              <a:ext uri="{FF2B5EF4-FFF2-40B4-BE49-F238E27FC236}">
                <a16:creationId xmlns:a16="http://schemas.microsoft.com/office/drawing/2014/main" id="{458E2F6C-53BD-4F4D-A392-DEA15A134D42}"/>
              </a:ext>
            </a:extLst>
          </p:cNvPr>
          <p:cNvSpPr/>
          <p:nvPr/>
        </p:nvSpPr>
        <p:spPr>
          <a:xfrm>
            <a:off x="5895986" y="4839151"/>
            <a:ext cx="6130188" cy="1290008"/>
          </a:xfrm>
          <a:prstGeom prst="rect">
            <a:avLst/>
          </a:prstGeom>
          <a:solidFill>
            <a:srgbClr val="0E5888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0" name="Triángulo 15">
            <a:extLst>
              <a:ext uri="{FF2B5EF4-FFF2-40B4-BE49-F238E27FC236}">
                <a16:creationId xmlns:a16="http://schemas.microsoft.com/office/drawing/2014/main" id="{ADBAA88A-B1F0-4A21-B001-0510CE8D4E28}"/>
              </a:ext>
            </a:extLst>
          </p:cNvPr>
          <p:cNvSpPr/>
          <p:nvPr/>
        </p:nvSpPr>
        <p:spPr>
          <a:xfrm rot="5400000">
            <a:off x="11059158" y="4958807"/>
            <a:ext cx="834187" cy="1050695"/>
          </a:xfrm>
          <a:prstGeom prst="triangle">
            <a:avLst/>
          </a:prstGeom>
          <a:solidFill>
            <a:srgbClr val="F7931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182843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6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4" name="CuadroTexto 54">
            <a:extLst>
              <a:ext uri="{FF2B5EF4-FFF2-40B4-BE49-F238E27FC236}">
                <a16:creationId xmlns:a16="http://schemas.microsoft.com/office/drawing/2014/main" id="{590A76DF-7AE1-4395-98A9-E0FEFDC96C05}"/>
              </a:ext>
            </a:extLst>
          </p:cNvPr>
          <p:cNvSpPr txBox="1"/>
          <p:nvPr/>
        </p:nvSpPr>
        <p:spPr>
          <a:xfrm>
            <a:off x="6203852" y="4870806"/>
            <a:ext cx="7698010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  <a:latin typeface="Montserrat" pitchFamily="2" charset="77"/>
              </a:rPr>
              <a:t>Presentation of</a:t>
            </a:r>
          </a:p>
          <a:p>
            <a:r>
              <a:rPr lang="en-US" sz="4400" b="1" dirty="0">
                <a:solidFill>
                  <a:schemeClr val="bg1"/>
                </a:solidFill>
                <a:latin typeface="Montserrat ExtraBold" pitchFamily="2" charset="77"/>
              </a:rPr>
              <a:t>RDBMS</a:t>
            </a:r>
            <a:endParaRPr lang="en-US" sz="3200" b="1" dirty="0">
              <a:solidFill>
                <a:schemeClr val="bg1"/>
              </a:solidFill>
              <a:latin typeface="Montserrat ExtraBold" pitchFamily="2" charset="77"/>
            </a:endParaRPr>
          </a:p>
        </p:txBody>
      </p:sp>
      <p:sp>
        <p:nvSpPr>
          <p:cNvPr id="96" name="Elipse 9">
            <a:extLst>
              <a:ext uri="{FF2B5EF4-FFF2-40B4-BE49-F238E27FC236}">
                <a16:creationId xmlns:a16="http://schemas.microsoft.com/office/drawing/2014/main" id="{5A0C31C7-14F6-4DE0-87C5-9A011D14B8C7}"/>
              </a:ext>
            </a:extLst>
          </p:cNvPr>
          <p:cNvSpPr/>
          <p:nvPr/>
        </p:nvSpPr>
        <p:spPr>
          <a:xfrm>
            <a:off x="3277458" y="3568634"/>
            <a:ext cx="1685728" cy="1915520"/>
          </a:xfrm>
          <a:prstGeom prst="ellipse">
            <a:avLst/>
          </a:prstGeom>
          <a:pattFill prst="wdDnDiag">
            <a:fgClr>
              <a:schemeClr val="accent1"/>
            </a:fgClr>
            <a:bgClr>
              <a:schemeClr val="bg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Image 94">
            <a:extLst>
              <a:ext uri="{FF2B5EF4-FFF2-40B4-BE49-F238E27FC236}">
                <a16:creationId xmlns:a16="http://schemas.microsoft.com/office/drawing/2014/main" id="{1956731F-81E3-42CA-A2DA-F6AC0A7604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7508" y="745625"/>
            <a:ext cx="3074400" cy="36165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1" name="TextBox 8">
            <a:extLst>
              <a:ext uri="{FF2B5EF4-FFF2-40B4-BE49-F238E27FC236}">
                <a16:creationId xmlns:a16="http://schemas.microsoft.com/office/drawing/2014/main" id="{42D52404-D830-4521-92E3-B3791724FB75}"/>
              </a:ext>
            </a:extLst>
          </p:cNvPr>
          <p:cNvSpPr txBox="1"/>
          <p:nvPr/>
        </p:nvSpPr>
        <p:spPr>
          <a:xfrm>
            <a:off x="1417221" y="4144097"/>
            <a:ext cx="40501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F09400"/>
                </a:solidFill>
                <a:latin typeface="Barlow ExtraBold" pitchFamily="2" charset="77"/>
              </a:rPr>
              <a:t>Relational</a:t>
            </a:r>
          </a:p>
        </p:txBody>
      </p:sp>
      <p:sp>
        <p:nvSpPr>
          <p:cNvPr id="102" name="TextBox 24">
            <a:extLst>
              <a:ext uri="{FF2B5EF4-FFF2-40B4-BE49-F238E27FC236}">
                <a16:creationId xmlns:a16="http://schemas.microsoft.com/office/drawing/2014/main" id="{E90007F3-5BCA-4384-B76B-584C565E5828}"/>
              </a:ext>
            </a:extLst>
          </p:cNvPr>
          <p:cNvSpPr txBox="1"/>
          <p:nvPr/>
        </p:nvSpPr>
        <p:spPr>
          <a:xfrm>
            <a:off x="1529516" y="4571147"/>
            <a:ext cx="42541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>
                <a:ln>
                  <a:solidFill>
                    <a:srgbClr val="FFFFFF"/>
                  </a:solidFill>
                </a:ln>
                <a:noFill/>
                <a:effectLst>
                  <a:outerShdw blurRad="50800" dist="50800" dir="5400000" algn="ctr" rotWithShape="0">
                    <a:srgbClr val="000000">
                      <a:alpha val="92000"/>
                    </a:srgbClr>
                  </a:outerShdw>
                </a:effectLst>
                <a:latin typeface="Barlow ExtraBold" pitchFamily="2" charset="77"/>
              </a:rPr>
              <a:t>Database</a:t>
            </a:r>
            <a:endParaRPr lang="en-US" sz="7200" b="1" dirty="0">
              <a:ln>
                <a:solidFill>
                  <a:srgbClr val="FFFFFF"/>
                </a:solidFill>
              </a:ln>
              <a:noFill/>
              <a:effectLst>
                <a:outerShdw blurRad="50800" dist="50800" dir="5400000" algn="ctr" rotWithShape="0">
                  <a:srgbClr val="000000">
                    <a:alpha val="92000"/>
                  </a:srgbClr>
                </a:outerShdw>
              </a:effectLst>
              <a:latin typeface="Barlow ExtraBold" pitchFamily="2" charset="77"/>
            </a:endParaRPr>
          </a:p>
        </p:txBody>
      </p:sp>
      <p:sp>
        <p:nvSpPr>
          <p:cNvPr id="103" name="TextBox 25">
            <a:extLst>
              <a:ext uri="{FF2B5EF4-FFF2-40B4-BE49-F238E27FC236}">
                <a16:creationId xmlns:a16="http://schemas.microsoft.com/office/drawing/2014/main" id="{7136DA9A-593C-4146-BF38-D9D19D558F09}"/>
              </a:ext>
            </a:extLst>
          </p:cNvPr>
          <p:cNvSpPr txBox="1"/>
          <p:nvPr/>
        </p:nvSpPr>
        <p:spPr>
          <a:xfrm>
            <a:off x="1434831" y="5449936"/>
            <a:ext cx="50622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09400"/>
                </a:solidFill>
                <a:latin typeface="Barlow ExtraBold" pitchFamily="2" charset="77"/>
              </a:rPr>
              <a:t>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8803340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33">
            <a:extLst>
              <a:ext uri="{FF2B5EF4-FFF2-40B4-BE49-F238E27FC236}">
                <a16:creationId xmlns:a16="http://schemas.microsoft.com/office/drawing/2014/main" id="{6A16DF2F-80C3-465E-9D13-90835FC359F3}"/>
              </a:ext>
            </a:extLst>
          </p:cNvPr>
          <p:cNvGrpSpPr/>
          <p:nvPr/>
        </p:nvGrpSpPr>
        <p:grpSpPr>
          <a:xfrm>
            <a:off x="0" y="45"/>
            <a:ext cx="12343033" cy="7082500"/>
            <a:chOff x="-121253" y="-125247"/>
            <a:chExt cx="12343033" cy="708250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B10FE81-BB1C-46D6-8B32-B83A38C87A90}"/>
                </a:ext>
              </a:extLst>
            </p:cNvPr>
            <p:cNvSpPr/>
            <p:nvPr/>
          </p:nvSpPr>
          <p:spPr>
            <a:xfrm>
              <a:off x="-121253" y="-110270"/>
              <a:ext cx="12343033" cy="7067523"/>
            </a:xfrm>
            <a:prstGeom prst="rect">
              <a:avLst/>
            </a:prstGeom>
            <a:gradFill flip="none" rotWithShape="1">
              <a:gsLst>
                <a:gs pos="0">
                  <a:srgbClr val="11182D">
                    <a:lumMod val="90000"/>
                    <a:lumOff val="10000"/>
                  </a:srgbClr>
                </a:gs>
                <a:gs pos="38000">
                  <a:srgbClr val="141B34"/>
                </a:gs>
                <a:gs pos="100000">
                  <a:srgbClr val="11182D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094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8" name="Right Triangle 35">
              <a:extLst>
                <a:ext uri="{FF2B5EF4-FFF2-40B4-BE49-F238E27FC236}">
                  <a16:creationId xmlns:a16="http://schemas.microsoft.com/office/drawing/2014/main" id="{8690A269-4832-473C-89C2-47A891401230}"/>
                </a:ext>
              </a:extLst>
            </p:cNvPr>
            <p:cNvSpPr/>
            <p:nvPr/>
          </p:nvSpPr>
          <p:spPr>
            <a:xfrm rot="5400000">
              <a:off x="-213444" y="-1689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094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Right Triangle 36">
              <a:extLst>
                <a:ext uri="{FF2B5EF4-FFF2-40B4-BE49-F238E27FC236}">
                  <a16:creationId xmlns:a16="http://schemas.microsoft.com/office/drawing/2014/main" id="{BEB61FD3-F41E-42C5-9392-7365EC7361C1}"/>
                </a:ext>
              </a:extLst>
            </p:cNvPr>
            <p:cNvSpPr/>
            <p:nvPr/>
          </p:nvSpPr>
          <p:spPr>
            <a:xfrm rot="16200000">
              <a:off x="10110889" y="484971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094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0" name="Freeform 60">
            <a:extLst>
              <a:ext uri="{FF2B5EF4-FFF2-40B4-BE49-F238E27FC236}">
                <a16:creationId xmlns:a16="http://schemas.microsoft.com/office/drawing/2014/main" id="{815BC55D-0A1C-4A09-93A7-4019A1647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4878" y="3416471"/>
            <a:ext cx="656417" cy="576570"/>
          </a:xfrm>
          <a:custGeom>
            <a:avLst/>
            <a:gdLst>
              <a:gd name="T0" fmla="*/ 5546 w 6471"/>
              <a:gd name="T1" fmla="*/ 1420 h 3269"/>
              <a:gd name="T2" fmla="*/ 5546 w 6471"/>
              <a:gd name="T3" fmla="*/ 1420 h 3269"/>
              <a:gd name="T4" fmla="*/ 4126 w 6471"/>
              <a:gd name="T5" fmla="*/ 0 h 3269"/>
              <a:gd name="T6" fmla="*/ 4126 w 6471"/>
              <a:gd name="T7" fmla="*/ 0 h 3269"/>
              <a:gd name="T8" fmla="*/ 3034 w 6471"/>
              <a:gd name="T9" fmla="*/ 512 h 3269"/>
              <a:gd name="T10" fmla="*/ 3034 w 6471"/>
              <a:gd name="T11" fmla="*/ 512 h 3269"/>
              <a:gd name="T12" fmla="*/ 2552 w 6471"/>
              <a:gd name="T13" fmla="*/ 377 h 3269"/>
              <a:gd name="T14" fmla="*/ 2552 w 6471"/>
              <a:gd name="T15" fmla="*/ 377 h 3269"/>
              <a:gd name="T16" fmla="*/ 1643 w 6471"/>
              <a:gd name="T17" fmla="*/ 1137 h 3269"/>
              <a:gd name="T18" fmla="*/ 1643 w 6471"/>
              <a:gd name="T19" fmla="*/ 1137 h 3269"/>
              <a:gd name="T20" fmla="*/ 1128 w 6471"/>
              <a:gd name="T21" fmla="*/ 1012 h 3269"/>
              <a:gd name="T22" fmla="*/ 1128 w 6471"/>
              <a:gd name="T23" fmla="*/ 1012 h 3269"/>
              <a:gd name="T24" fmla="*/ 0 w 6471"/>
              <a:gd name="T25" fmla="*/ 2140 h 3269"/>
              <a:gd name="T26" fmla="*/ 0 w 6471"/>
              <a:gd name="T27" fmla="*/ 2140 h 3269"/>
              <a:gd name="T28" fmla="*/ 1128 w 6471"/>
              <a:gd name="T29" fmla="*/ 3268 h 3269"/>
              <a:gd name="T30" fmla="*/ 5546 w 6471"/>
              <a:gd name="T31" fmla="*/ 3268 h 3269"/>
              <a:gd name="T32" fmla="*/ 5546 w 6471"/>
              <a:gd name="T33" fmla="*/ 3268 h 3269"/>
              <a:gd name="T34" fmla="*/ 6470 w 6471"/>
              <a:gd name="T35" fmla="*/ 2343 h 3269"/>
              <a:gd name="T36" fmla="*/ 6470 w 6471"/>
              <a:gd name="T37" fmla="*/ 2343 h 3269"/>
              <a:gd name="T38" fmla="*/ 5546 w 6471"/>
              <a:gd name="T39" fmla="*/ 1420 h 3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1" h="3269">
                <a:moveTo>
                  <a:pt x="5546" y="1420"/>
                </a:moveTo>
                <a:lnTo>
                  <a:pt x="5546" y="1420"/>
                </a:lnTo>
                <a:cubicBezTo>
                  <a:pt x="5546" y="636"/>
                  <a:pt x="4910" y="0"/>
                  <a:pt x="4126" y="0"/>
                </a:cubicBezTo>
                <a:lnTo>
                  <a:pt x="4126" y="0"/>
                </a:lnTo>
                <a:cubicBezTo>
                  <a:pt x="3687" y="0"/>
                  <a:pt x="3295" y="199"/>
                  <a:pt x="3034" y="512"/>
                </a:cubicBezTo>
                <a:lnTo>
                  <a:pt x="3034" y="512"/>
                </a:lnTo>
                <a:cubicBezTo>
                  <a:pt x="2893" y="425"/>
                  <a:pt x="2729" y="377"/>
                  <a:pt x="2552" y="377"/>
                </a:cubicBezTo>
                <a:lnTo>
                  <a:pt x="2552" y="377"/>
                </a:lnTo>
                <a:cubicBezTo>
                  <a:pt x="2098" y="377"/>
                  <a:pt x="1720" y="704"/>
                  <a:pt x="1643" y="1137"/>
                </a:cubicBezTo>
                <a:lnTo>
                  <a:pt x="1643" y="1137"/>
                </a:lnTo>
                <a:cubicBezTo>
                  <a:pt x="1488" y="1058"/>
                  <a:pt x="1313" y="1012"/>
                  <a:pt x="1128" y="1012"/>
                </a:cubicBezTo>
                <a:lnTo>
                  <a:pt x="1128" y="1012"/>
                </a:lnTo>
                <a:cubicBezTo>
                  <a:pt x="505" y="1012"/>
                  <a:pt x="0" y="1518"/>
                  <a:pt x="0" y="2140"/>
                </a:cubicBezTo>
                <a:lnTo>
                  <a:pt x="0" y="2140"/>
                </a:lnTo>
                <a:cubicBezTo>
                  <a:pt x="0" y="2762"/>
                  <a:pt x="505" y="3268"/>
                  <a:pt x="1128" y="3268"/>
                </a:cubicBezTo>
                <a:lnTo>
                  <a:pt x="5546" y="3268"/>
                </a:lnTo>
                <a:lnTo>
                  <a:pt x="5546" y="3268"/>
                </a:lnTo>
                <a:cubicBezTo>
                  <a:pt x="6057" y="3268"/>
                  <a:pt x="6470" y="2854"/>
                  <a:pt x="6470" y="2343"/>
                </a:cubicBezTo>
                <a:lnTo>
                  <a:pt x="6470" y="2343"/>
                </a:lnTo>
                <a:cubicBezTo>
                  <a:pt x="6470" y="1834"/>
                  <a:pt x="6057" y="1420"/>
                  <a:pt x="5546" y="1420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1" name="Freeform 61">
            <a:extLst>
              <a:ext uri="{FF2B5EF4-FFF2-40B4-BE49-F238E27FC236}">
                <a16:creationId xmlns:a16="http://schemas.microsoft.com/office/drawing/2014/main" id="{52F0492E-F384-4123-A7B2-0BDA58E4F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8977" y="3998591"/>
            <a:ext cx="675764" cy="606982"/>
          </a:xfrm>
          <a:custGeom>
            <a:avLst/>
            <a:gdLst>
              <a:gd name="T0" fmla="*/ 5546 w 6472"/>
              <a:gd name="T1" fmla="*/ 1420 h 3269"/>
              <a:gd name="T2" fmla="*/ 5546 w 6472"/>
              <a:gd name="T3" fmla="*/ 1420 h 3269"/>
              <a:gd name="T4" fmla="*/ 4126 w 6472"/>
              <a:gd name="T5" fmla="*/ 0 h 3269"/>
              <a:gd name="T6" fmla="*/ 4126 w 6472"/>
              <a:gd name="T7" fmla="*/ 0 h 3269"/>
              <a:gd name="T8" fmla="*/ 3034 w 6472"/>
              <a:gd name="T9" fmla="*/ 512 h 3269"/>
              <a:gd name="T10" fmla="*/ 3034 w 6472"/>
              <a:gd name="T11" fmla="*/ 512 h 3269"/>
              <a:gd name="T12" fmla="*/ 2553 w 6472"/>
              <a:gd name="T13" fmla="*/ 376 h 3269"/>
              <a:gd name="T14" fmla="*/ 2553 w 6472"/>
              <a:gd name="T15" fmla="*/ 376 h 3269"/>
              <a:gd name="T16" fmla="*/ 1643 w 6472"/>
              <a:gd name="T17" fmla="*/ 1136 h 3269"/>
              <a:gd name="T18" fmla="*/ 1643 w 6472"/>
              <a:gd name="T19" fmla="*/ 1136 h 3269"/>
              <a:gd name="T20" fmla="*/ 1128 w 6472"/>
              <a:gd name="T21" fmla="*/ 1013 h 3269"/>
              <a:gd name="T22" fmla="*/ 1128 w 6472"/>
              <a:gd name="T23" fmla="*/ 1013 h 3269"/>
              <a:gd name="T24" fmla="*/ 0 w 6472"/>
              <a:gd name="T25" fmla="*/ 2140 h 3269"/>
              <a:gd name="T26" fmla="*/ 0 w 6472"/>
              <a:gd name="T27" fmla="*/ 2140 h 3269"/>
              <a:gd name="T28" fmla="*/ 1128 w 6472"/>
              <a:gd name="T29" fmla="*/ 3268 h 3269"/>
              <a:gd name="T30" fmla="*/ 5546 w 6472"/>
              <a:gd name="T31" fmla="*/ 3268 h 3269"/>
              <a:gd name="T32" fmla="*/ 5546 w 6472"/>
              <a:gd name="T33" fmla="*/ 3268 h 3269"/>
              <a:gd name="T34" fmla="*/ 6471 w 6472"/>
              <a:gd name="T35" fmla="*/ 2344 h 3269"/>
              <a:gd name="T36" fmla="*/ 6471 w 6472"/>
              <a:gd name="T37" fmla="*/ 2344 h 3269"/>
              <a:gd name="T38" fmla="*/ 5546 w 6472"/>
              <a:gd name="T39" fmla="*/ 1420 h 3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2" h="3269">
                <a:moveTo>
                  <a:pt x="5546" y="1420"/>
                </a:moveTo>
                <a:lnTo>
                  <a:pt x="5546" y="1420"/>
                </a:lnTo>
                <a:cubicBezTo>
                  <a:pt x="5546" y="636"/>
                  <a:pt x="4911" y="0"/>
                  <a:pt x="4126" y="0"/>
                </a:cubicBezTo>
                <a:lnTo>
                  <a:pt x="4126" y="0"/>
                </a:lnTo>
                <a:cubicBezTo>
                  <a:pt x="3687" y="0"/>
                  <a:pt x="3295" y="198"/>
                  <a:pt x="3034" y="512"/>
                </a:cubicBezTo>
                <a:lnTo>
                  <a:pt x="3034" y="512"/>
                </a:lnTo>
                <a:cubicBezTo>
                  <a:pt x="2894" y="426"/>
                  <a:pt x="2729" y="376"/>
                  <a:pt x="2553" y="376"/>
                </a:cubicBezTo>
                <a:lnTo>
                  <a:pt x="2553" y="376"/>
                </a:lnTo>
                <a:cubicBezTo>
                  <a:pt x="2098" y="376"/>
                  <a:pt x="1720" y="704"/>
                  <a:pt x="1643" y="1136"/>
                </a:cubicBezTo>
                <a:lnTo>
                  <a:pt x="1643" y="1136"/>
                </a:lnTo>
                <a:cubicBezTo>
                  <a:pt x="1489" y="1058"/>
                  <a:pt x="1313" y="1013"/>
                  <a:pt x="1128" y="1013"/>
                </a:cubicBezTo>
                <a:lnTo>
                  <a:pt x="1128" y="1013"/>
                </a:lnTo>
                <a:cubicBezTo>
                  <a:pt x="505" y="1013"/>
                  <a:pt x="0" y="1517"/>
                  <a:pt x="0" y="2140"/>
                </a:cubicBezTo>
                <a:lnTo>
                  <a:pt x="0" y="2140"/>
                </a:lnTo>
                <a:cubicBezTo>
                  <a:pt x="0" y="2762"/>
                  <a:pt x="505" y="3268"/>
                  <a:pt x="1128" y="3268"/>
                </a:cubicBezTo>
                <a:lnTo>
                  <a:pt x="5546" y="3268"/>
                </a:lnTo>
                <a:lnTo>
                  <a:pt x="5546" y="3268"/>
                </a:lnTo>
                <a:cubicBezTo>
                  <a:pt x="6057" y="3268"/>
                  <a:pt x="6471" y="2854"/>
                  <a:pt x="6471" y="2344"/>
                </a:cubicBezTo>
                <a:lnTo>
                  <a:pt x="6471" y="2344"/>
                </a:lnTo>
                <a:cubicBezTo>
                  <a:pt x="6471" y="1833"/>
                  <a:pt x="6057" y="1420"/>
                  <a:pt x="5546" y="1420"/>
                </a:cubicBezTo>
              </a:path>
            </a:pathLst>
          </a:custGeom>
          <a:solidFill>
            <a:srgbClr val="B9CE1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2" name="Freeform 62">
            <a:extLst>
              <a:ext uri="{FF2B5EF4-FFF2-40B4-BE49-F238E27FC236}">
                <a16:creationId xmlns:a16="http://schemas.microsoft.com/office/drawing/2014/main" id="{655C75A6-FB6A-42EB-AFF5-F77E660F4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5877" y="4615859"/>
            <a:ext cx="900982" cy="565784"/>
          </a:xfrm>
          <a:custGeom>
            <a:avLst/>
            <a:gdLst>
              <a:gd name="T0" fmla="*/ 5547 w 6472"/>
              <a:gd name="T1" fmla="*/ 1419 h 3269"/>
              <a:gd name="T2" fmla="*/ 5547 w 6472"/>
              <a:gd name="T3" fmla="*/ 1419 h 3269"/>
              <a:gd name="T4" fmla="*/ 4126 w 6472"/>
              <a:gd name="T5" fmla="*/ 0 h 3269"/>
              <a:gd name="T6" fmla="*/ 4126 w 6472"/>
              <a:gd name="T7" fmla="*/ 0 h 3269"/>
              <a:gd name="T8" fmla="*/ 3034 w 6472"/>
              <a:gd name="T9" fmla="*/ 511 h 3269"/>
              <a:gd name="T10" fmla="*/ 3034 w 6472"/>
              <a:gd name="T11" fmla="*/ 511 h 3269"/>
              <a:gd name="T12" fmla="*/ 2552 w 6472"/>
              <a:gd name="T13" fmla="*/ 376 h 3269"/>
              <a:gd name="T14" fmla="*/ 2552 w 6472"/>
              <a:gd name="T15" fmla="*/ 376 h 3269"/>
              <a:gd name="T16" fmla="*/ 1643 w 6472"/>
              <a:gd name="T17" fmla="*/ 1136 h 3269"/>
              <a:gd name="T18" fmla="*/ 1643 w 6472"/>
              <a:gd name="T19" fmla="*/ 1136 h 3269"/>
              <a:gd name="T20" fmla="*/ 1127 w 6472"/>
              <a:gd name="T21" fmla="*/ 1011 h 3269"/>
              <a:gd name="T22" fmla="*/ 1127 w 6472"/>
              <a:gd name="T23" fmla="*/ 1011 h 3269"/>
              <a:gd name="T24" fmla="*/ 0 w 6472"/>
              <a:gd name="T25" fmla="*/ 2140 h 3269"/>
              <a:gd name="T26" fmla="*/ 0 w 6472"/>
              <a:gd name="T27" fmla="*/ 2140 h 3269"/>
              <a:gd name="T28" fmla="*/ 1127 w 6472"/>
              <a:gd name="T29" fmla="*/ 3268 h 3269"/>
              <a:gd name="T30" fmla="*/ 5547 w 6472"/>
              <a:gd name="T31" fmla="*/ 3268 h 3269"/>
              <a:gd name="T32" fmla="*/ 5547 w 6472"/>
              <a:gd name="T33" fmla="*/ 3268 h 3269"/>
              <a:gd name="T34" fmla="*/ 6471 w 6472"/>
              <a:gd name="T35" fmla="*/ 2343 h 3269"/>
              <a:gd name="T36" fmla="*/ 6471 w 6472"/>
              <a:gd name="T37" fmla="*/ 2343 h 3269"/>
              <a:gd name="T38" fmla="*/ 5547 w 6472"/>
              <a:gd name="T39" fmla="*/ 1419 h 32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2" h="3269">
                <a:moveTo>
                  <a:pt x="5547" y="1419"/>
                </a:moveTo>
                <a:lnTo>
                  <a:pt x="5547" y="1419"/>
                </a:lnTo>
                <a:cubicBezTo>
                  <a:pt x="5547" y="635"/>
                  <a:pt x="4911" y="0"/>
                  <a:pt x="4126" y="0"/>
                </a:cubicBezTo>
                <a:lnTo>
                  <a:pt x="4126" y="0"/>
                </a:lnTo>
                <a:cubicBezTo>
                  <a:pt x="3687" y="0"/>
                  <a:pt x="3294" y="198"/>
                  <a:pt x="3034" y="511"/>
                </a:cubicBezTo>
                <a:lnTo>
                  <a:pt x="3034" y="511"/>
                </a:lnTo>
                <a:cubicBezTo>
                  <a:pt x="2894" y="425"/>
                  <a:pt x="2729" y="376"/>
                  <a:pt x="2552" y="376"/>
                </a:cubicBezTo>
                <a:lnTo>
                  <a:pt x="2552" y="376"/>
                </a:lnTo>
                <a:cubicBezTo>
                  <a:pt x="2098" y="376"/>
                  <a:pt x="1720" y="704"/>
                  <a:pt x="1643" y="1136"/>
                </a:cubicBezTo>
                <a:lnTo>
                  <a:pt x="1643" y="1136"/>
                </a:lnTo>
                <a:cubicBezTo>
                  <a:pt x="1488" y="1057"/>
                  <a:pt x="1313" y="1011"/>
                  <a:pt x="1127" y="1011"/>
                </a:cubicBezTo>
                <a:lnTo>
                  <a:pt x="1127" y="1011"/>
                </a:lnTo>
                <a:cubicBezTo>
                  <a:pt x="505" y="1011"/>
                  <a:pt x="0" y="1517"/>
                  <a:pt x="0" y="2140"/>
                </a:cubicBezTo>
                <a:lnTo>
                  <a:pt x="0" y="2140"/>
                </a:lnTo>
                <a:cubicBezTo>
                  <a:pt x="0" y="2762"/>
                  <a:pt x="505" y="3268"/>
                  <a:pt x="1127" y="3268"/>
                </a:cubicBezTo>
                <a:lnTo>
                  <a:pt x="5547" y="3268"/>
                </a:lnTo>
                <a:lnTo>
                  <a:pt x="5547" y="3268"/>
                </a:lnTo>
                <a:cubicBezTo>
                  <a:pt x="6057" y="3268"/>
                  <a:pt x="6471" y="2854"/>
                  <a:pt x="6471" y="2343"/>
                </a:cubicBezTo>
                <a:lnTo>
                  <a:pt x="6471" y="2343"/>
                </a:lnTo>
                <a:cubicBezTo>
                  <a:pt x="6471" y="1833"/>
                  <a:pt x="6057" y="1419"/>
                  <a:pt x="5547" y="1419"/>
                </a:cubicBezTo>
              </a:path>
            </a:pathLst>
          </a:custGeom>
          <a:solidFill>
            <a:srgbClr val="94C11E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3" name="Freeform 63">
            <a:extLst>
              <a:ext uri="{FF2B5EF4-FFF2-40B4-BE49-F238E27FC236}">
                <a16:creationId xmlns:a16="http://schemas.microsoft.com/office/drawing/2014/main" id="{3C20B774-4272-43C7-A720-DD3DEAD247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5386" y="5227058"/>
            <a:ext cx="900982" cy="527936"/>
          </a:xfrm>
          <a:custGeom>
            <a:avLst/>
            <a:gdLst>
              <a:gd name="T0" fmla="*/ 5547 w 6472"/>
              <a:gd name="T1" fmla="*/ 1420 h 3270"/>
              <a:gd name="T2" fmla="*/ 5547 w 6472"/>
              <a:gd name="T3" fmla="*/ 1420 h 3270"/>
              <a:gd name="T4" fmla="*/ 4126 w 6472"/>
              <a:gd name="T5" fmla="*/ 0 h 3270"/>
              <a:gd name="T6" fmla="*/ 4126 w 6472"/>
              <a:gd name="T7" fmla="*/ 0 h 3270"/>
              <a:gd name="T8" fmla="*/ 3035 w 6472"/>
              <a:gd name="T9" fmla="*/ 512 h 3270"/>
              <a:gd name="T10" fmla="*/ 3035 w 6472"/>
              <a:gd name="T11" fmla="*/ 512 h 3270"/>
              <a:gd name="T12" fmla="*/ 2553 w 6472"/>
              <a:gd name="T13" fmla="*/ 376 h 3270"/>
              <a:gd name="T14" fmla="*/ 2553 w 6472"/>
              <a:gd name="T15" fmla="*/ 376 h 3270"/>
              <a:gd name="T16" fmla="*/ 1643 w 6472"/>
              <a:gd name="T17" fmla="*/ 1137 h 3270"/>
              <a:gd name="T18" fmla="*/ 1643 w 6472"/>
              <a:gd name="T19" fmla="*/ 1137 h 3270"/>
              <a:gd name="T20" fmla="*/ 1128 w 6472"/>
              <a:gd name="T21" fmla="*/ 1013 h 3270"/>
              <a:gd name="T22" fmla="*/ 1128 w 6472"/>
              <a:gd name="T23" fmla="*/ 1013 h 3270"/>
              <a:gd name="T24" fmla="*/ 0 w 6472"/>
              <a:gd name="T25" fmla="*/ 2141 h 3270"/>
              <a:gd name="T26" fmla="*/ 0 w 6472"/>
              <a:gd name="T27" fmla="*/ 2141 h 3270"/>
              <a:gd name="T28" fmla="*/ 1128 w 6472"/>
              <a:gd name="T29" fmla="*/ 3269 h 3270"/>
              <a:gd name="T30" fmla="*/ 5547 w 6472"/>
              <a:gd name="T31" fmla="*/ 3269 h 3270"/>
              <a:gd name="T32" fmla="*/ 5547 w 6472"/>
              <a:gd name="T33" fmla="*/ 3269 h 3270"/>
              <a:gd name="T34" fmla="*/ 6471 w 6472"/>
              <a:gd name="T35" fmla="*/ 2345 h 3270"/>
              <a:gd name="T36" fmla="*/ 6471 w 6472"/>
              <a:gd name="T37" fmla="*/ 2345 h 3270"/>
              <a:gd name="T38" fmla="*/ 5547 w 6472"/>
              <a:gd name="T39" fmla="*/ 1420 h 327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6472" h="3270">
                <a:moveTo>
                  <a:pt x="5547" y="1420"/>
                </a:moveTo>
                <a:lnTo>
                  <a:pt x="5547" y="1420"/>
                </a:lnTo>
                <a:cubicBezTo>
                  <a:pt x="5547" y="636"/>
                  <a:pt x="4911" y="0"/>
                  <a:pt x="4126" y="0"/>
                </a:cubicBezTo>
                <a:lnTo>
                  <a:pt x="4126" y="0"/>
                </a:lnTo>
                <a:cubicBezTo>
                  <a:pt x="3687" y="0"/>
                  <a:pt x="3295" y="199"/>
                  <a:pt x="3035" y="512"/>
                </a:cubicBezTo>
                <a:lnTo>
                  <a:pt x="3035" y="512"/>
                </a:lnTo>
                <a:cubicBezTo>
                  <a:pt x="2894" y="426"/>
                  <a:pt x="2729" y="376"/>
                  <a:pt x="2553" y="376"/>
                </a:cubicBezTo>
                <a:lnTo>
                  <a:pt x="2553" y="376"/>
                </a:lnTo>
                <a:cubicBezTo>
                  <a:pt x="2098" y="376"/>
                  <a:pt x="1720" y="705"/>
                  <a:pt x="1643" y="1137"/>
                </a:cubicBezTo>
                <a:lnTo>
                  <a:pt x="1643" y="1137"/>
                </a:lnTo>
                <a:cubicBezTo>
                  <a:pt x="1488" y="1058"/>
                  <a:pt x="1314" y="1013"/>
                  <a:pt x="1128" y="1013"/>
                </a:cubicBezTo>
                <a:lnTo>
                  <a:pt x="1128" y="1013"/>
                </a:lnTo>
                <a:cubicBezTo>
                  <a:pt x="505" y="1013"/>
                  <a:pt x="0" y="1518"/>
                  <a:pt x="0" y="2141"/>
                </a:cubicBezTo>
                <a:lnTo>
                  <a:pt x="0" y="2141"/>
                </a:lnTo>
                <a:cubicBezTo>
                  <a:pt x="0" y="2764"/>
                  <a:pt x="505" y="3269"/>
                  <a:pt x="1128" y="3269"/>
                </a:cubicBezTo>
                <a:lnTo>
                  <a:pt x="5547" y="3269"/>
                </a:lnTo>
                <a:lnTo>
                  <a:pt x="5547" y="3269"/>
                </a:lnTo>
                <a:cubicBezTo>
                  <a:pt x="6058" y="3269"/>
                  <a:pt x="6471" y="2855"/>
                  <a:pt x="6471" y="2345"/>
                </a:cubicBezTo>
                <a:lnTo>
                  <a:pt x="6471" y="2345"/>
                </a:lnTo>
                <a:cubicBezTo>
                  <a:pt x="6471" y="1834"/>
                  <a:pt x="6058" y="1420"/>
                  <a:pt x="5547" y="1420"/>
                </a:cubicBezTo>
              </a:path>
            </a:pathLst>
          </a:custGeom>
          <a:solidFill>
            <a:srgbClr val="35A8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4" name="Freeform 64">
            <a:extLst>
              <a:ext uri="{FF2B5EF4-FFF2-40B4-BE49-F238E27FC236}">
                <a16:creationId xmlns:a16="http://schemas.microsoft.com/office/drawing/2014/main" id="{68970BE4-B7FE-4C56-90F6-B62B30CDF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05364" y="2047187"/>
            <a:ext cx="2186233" cy="1851157"/>
          </a:xfrm>
          <a:custGeom>
            <a:avLst/>
            <a:gdLst>
              <a:gd name="T0" fmla="*/ 0 w 3508"/>
              <a:gd name="T1" fmla="*/ 2971 h 2972"/>
              <a:gd name="T2" fmla="*/ 2450 w 3508"/>
              <a:gd name="T3" fmla="*/ 2971 h 2972"/>
              <a:gd name="T4" fmla="*/ 2450 w 3508"/>
              <a:gd name="T5" fmla="*/ 0 h 2972"/>
              <a:gd name="T6" fmla="*/ 3507 w 3508"/>
              <a:gd name="T7" fmla="*/ 0 h 29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508" h="2972">
                <a:moveTo>
                  <a:pt x="0" y="2971"/>
                </a:moveTo>
                <a:lnTo>
                  <a:pt x="2450" y="2971"/>
                </a:lnTo>
                <a:lnTo>
                  <a:pt x="2450" y="0"/>
                </a:lnTo>
                <a:lnTo>
                  <a:pt x="3507" y="0"/>
                </a:lnTo>
              </a:path>
            </a:pathLst>
          </a:custGeom>
          <a:noFill/>
          <a:ln w="508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5" name="Freeform 65">
            <a:extLst>
              <a:ext uri="{FF2B5EF4-FFF2-40B4-BE49-F238E27FC236}">
                <a16:creationId xmlns:a16="http://schemas.microsoft.com/office/drawing/2014/main" id="{6A70B870-614A-4DB7-B16D-0A6841830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342" y="1747817"/>
            <a:ext cx="595997" cy="595995"/>
          </a:xfrm>
          <a:custGeom>
            <a:avLst/>
            <a:gdLst>
              <a:gd name="T0" fmla="*/ 957 w 958"/>
              <a:gd name="T1" fmla="*/ 479 h 958"/>
              <a:gd name="T2" fmla="*/ 957 w 958"/>
              <a:gd name="T3" fmla="*/ 479 h 958"/>
              <a:gd name="T4" fmla="*/ 478 w 958"/>
              <a:gd name="T5" fmla="*/ 957 h 958"/>
              <a:gd name="T6" fmla="*/ 478 w 958"/>
              <a:gd name="T7" fmla="*/ 957 h 958"/>
              <a:gd name="T8" fmla="*/ 0 w 958"/>
              <a:gd name="T9" fmla="*/ 479 h 958"/>
              <a:gd name="T10" fmla="*/ 0 w 958"/>
              <a:gd name="T11" fmla="*/ 479 h 958"/>
              <a:gd name="T12" fmla="*/ 478 w 958"/>
              <a:gd name="T13" fmla="*/ 0 h 958"/>
              <a:gd name="T14" fmla="*/ 478 w 958"/>
              <a:gd name="T15" fmla="*/ 0 h 958"/>
              <a:gd name="T16" fmla="*/ 957 w 958"/>
              <a:gd name="T17" fmla="*/ 479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9"/>
                </a:moveTo>
                <a:lnTo>
                  <a:pt x="957" y="479"/>
                </a:lnTo>
                <a:cubicBezTo>
                  <a:pt x="957" y="743"/>
                  <a:pt x="743" y="957"/>
                  <a:pt x="478" y="957"/>
                </a:cubicBezTo>
                <a:lnTo>
                  <a:pt x="478" y="957"/>
                </a:lnTo>
                <a:cubicBezTo>
                  <a:pt x="214" y="957"/>
                  <a:pt x="0" y="743"/>
                  <a:pt x="0" y="479"/>
                </a:cubicBezTo>
                <a:lnTo>
                  <a:pt x="0" y="479"/>
                </a:lnTo>
                <a:cubicBezTo>
                  <a:pt x="0" y="215"/>
                  <a:pt x="214" y="0"/>
                  <a:pt x="478" y="0"/>
                </a:cubicBezTo>
                <a:lnTo>
                  <a:pt x="478" y="0"/>
                </a:lnTo>
                <a:cubicBezTo>
                  <a:pt x="743" y="0"/>
                  <a:pt x="957" y="215"/>
                  <a:pt x="957" y="479"/>
                </a:cubicBezTo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  <a:latin typeface="Poppins" pitchFamily="2" charset="77"/>
            </a:endParaRPr>
          </a:p>
        </p:txBody>
      </p:sp>
      <p:sp>
        <p:nvSpPr>
          <p:cNvPr id="16" name="Freeform 66">
            <a:extLst>
              <a:ext uri="{FF2B5EF4-FFF2-40B4-BE49-F238E27FC236}">
                <a16:creationId xmlns:a16="http://schemas.microsoft.com/office/drawing/2014/main" id="{C86AAD63-89C8-42FD-99DD-ADC84C21C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342" y="1747817"/>
            <a:ext cx="595997" cy="595995"/>
          </a:xfrm>
          <a:custGeom>
            <a:avLst/>
            <a:gdLst>
              <a:gd name="T0" fmla="*/ 957 w 958"/>
              <a:gd name="T1" fmla="*/ 479 h 958"/>
              <a:gd name="T2" fmla="*/ 957 w 958"/>
              <a:gd name="T3" fmla="*/ 479 h 958"/>
              <a:gd name="T4" fmla="*/ 478 w 958"/>
              <a:gd name="T5" fmla="*/ 957 h 958"/>
              <a:gd name="T6" fmla="*/ 478 w 958"/>
              <a:gd name="T7" fmla="*/ 957 h 958"/>
              <a:gd name="T8" fmla="*/ 0 w 958"/>
              <a:gd name="T9" fmla="*/ 479 h 958"/>
              <a:gd name="T10" fmla="*/ 0 w 958"/>
              <a:gd name="T11" fmla="*/ 479 h 958"/>
              <a:gd name="T12" fmla="*/ 478 w 958"/>
              <a:gd name="T13" fmla="*/ 0 h 958"/>
              <a:gd name="T14" fmla="*/ 478 w 958"/>
              <a:gd name="T15" fmla="*/ 0 h 958"/>
              <a:gd name="T16" fmla="*/ 957 w 958"/>
              <a:gd name="T17" fmla="*/ 479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9"/>
                </a:moveTo>
                <a:lnTo>
                  <a:pt x="957" y="479"/>
                </a:lnTo>
                <a:cubicBezTo>
                  <a:pt x="957" y="743"/>
                  <a:pt x="743" y="957"/>
                  <a:pt x="478" y="957"/>
                </a:cubicBezTo>
                <a:lnTo>
                  <a:pt x="478" y="957"/>
                </a:lnTo>
                <a:cubicBezTo>
                  <a:pt x="214" y="957"/>
                  <a:pt x="0" y="743"/>
                  <a:pt x="0" y="479"/>
                </a:cubicBezTo>
                <a:lnTo>
                  <a:pt x="0" y="479"/>
                </a:lnTo>
                <a:cubicBezTo>
                  <a:pt x="0" y="215"/>
                  <a:pt x="214" y="0"/>
                  <a:pt x="478" y="0"/>
                </a:cubicBezTo>
                <a:lnTo>
                  <a:pt x="478" y="0"/>
                </a:lnTo>
                <a:cubicBezTo>
                  <a:pt x="743" y="0"/>
                  <a:pt x="957" y="215"/>
                  <a:pt x="957" y="479"/>
                </a:cubicBezTo>
              </a:path>
            </a:pathLst>
          </a:custGeom>
          <a:noFill/>
          <a:ln w="508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7" name="Freeform 67">
            <a:extLst>
              <a:ext uri="{FF2B5EF4-FFF2-40B4-BE49-F238E27FC236}">
                <a16:creationId xmlns:a16="http://schemas.microsoft.com/office/drawing/2014/main" id="{042F5971-2608-4003-B39A-3E23B7ABD6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342" y="3060655"/>
            <a:ext cx="595997" cy="595995"/>
          </a:xfrm>
          <a:custGeom>
            <a:avLst/>
            <a:gdLst>
              <a:gd name="T0" fmla="*/ 957 w 958"/>
              <a:gd name="T1" fmla="*/ 478 h 957"/>
              <a:gd name="T2" fmla="*/ 957 w 958"/>
              <a:gd name="T3" fmla="*/ 478 h 957"/>
              <a:gd name="T4" fmla="*/ 478 w 958"/>
              <a:gd name="T5" fmla="*/ 956 h 957"/>
              <a:gd name="T6" fmla="*/ 478 w 958"/>
              <a:gd name="T7" fmla="*/ 956 h 957"/>
              <a:gd name="T8" fmla="*/ 0 w 958"/>
              <a:gd name="T9" fmla="*/ 478 h 957"/>
              <a:gd name="T10" fmla="*/ 0 w 958"/>
              <a:gd name="T11" fmla="*/ 478 h 957"/>
              <a:gd name="T12" fmla="*/ 478 w 958"/>
              <a:gd name="T13" fmla="*/ 0 h 957"/>
              <a:gd name="T14" fmla="*/ 478 w 958"/>
              <a:gd name="T15" fmla="*/ 0 h 957"/>
              <a:gd name="T16" fmla="*/ 957 w 958"/>
              <a:gd name="T17" fmla="*/ 478 h 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7">
                <a:moveTo>
                  <a:pt x="957" y="478"/>
                </a:moveTo>
                <a:lnTo>
                  <a:pt x="957" y="478"/>
                </a:lnTo>
                <a:cubicBezTo>
                  <a:pt x="957" y="742"/>
                  <a:pt x="743" y="956"/>
                  <a:pt x="478" y="956"/>
                </a:cubicBezTo>
                <a:lnTo>
                  <a:pt x="478" y="956"/>
                </a:lnTo>
                <a:cubicBezTo>
                  <a:pt x="214" y="956"/>
                  <a:pt x="0" y="742"/>
                  <a:pt x="0" y="478"/>
                </a:cubicBezTo>
                <a:lnTo>
                  <a:pt x="0" y="478"/>
                </a:lnTo>
                <a:cubicBezTo>
                  <a:pt x="0" y="214"/>
                  <a:pt x="214" y="0"/>
                  <a:pt x="478" y="0"/>
                </a:cubicBezTo>
                <a:lnTo>
                  <a:pt x="478" y="0"/>
                </a:lnTo>
                <a:cubicBezTo>
                  <a:pt x="743" y="0"/>
                  <a:pt x="957" y="214"/>
                  <a:pt x="957" y="478"/>
                </a:cubicBezTo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  <a:latin typeface="Poppins" pitchFamily="2" charset="77"/>
            </a:endParaRPr>
          </a:p>
        </p:txBody>
      </p:sp>
      <p:sp>
        <p:nvSpPr>
          <p:cNvPr id="18" name="Freeform 68">
            <a:extLst>
              <a:ext uri="{FF2B5EF4-FFF2-40B4-BE49-F238E27FC236}">
                <a16:creationId xmlns:a16="http://schemas.microsoft.com/office/drawing/2014/main" id="{B6942650-77D8-4881-B56F-144CC4C19F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4342" y="3060655"/>
            <a:ext cx="595997" cy="595995"/>
          </a:xfrm>
          <a:custGeom>
            <a:avLst/>
            <a:gdLst>
              <a:gd name="T0" fmla="*/ 957 w 958"/>
              <a:gd name="T1" fmla="*/ 478 h 957"/>
              <a:gd name="T2" fmla="*/ 957 w 958"/>
              <a:gd name="T3" fmla="*/ 478 h 957"/>
              <a:gd name="T4" fmla="*/ 478 w 958"/>
              <a:gd name="T5" fmla="*/ 956 h 957"/>
              <a:gd name="T6" fmla="*/ 478 w 958"/>
              <a:gd name="T7" fmla="*/ 956 h 957"/>
              <a:gd name="T8" fmla="*/ 0 w 958"/>
              <a:gd name="T9" fmla="*/ 478 h 957"/>
              <a:gd name="T10" fmla="*/ 0 w 958"/>
              <a:gd name="T11" fmla="*/ 478 h 957"/>
              <a:gd name="T12" fmla="*/ 478 w 958"/>
              <a:gd name="T13" fmla="*/ 0 h 957"/>
              <a:gd name="T14" fmla="*/ 478 w 958"/>
              <a:gd name="T15" fmla="*/ 0 h 957"/>
              <a:gd name="T16" fmla="*/ 957 w 958"/>
              <a:gd name="T17" fmla="*/ 478 h 9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7">
                <a:moveTo>
                  <a:pt x="957" y="478"/>
                </a:moveTo>
                <a:lnTo>
                  <a:pt x="957" y="478"/>
                </a:lnTo>
                <a:cubicBezTo>
                  <a:pt x="957" y="742"/>
                  <a:pt x="743" y="956"/>
                  <a:pt x="478" y="956"/>
                </a:cubicBezTo>
                <a:lnTo>
                  <a:pt x="478" y="956"/>
                </a:lnTo>
                <a:cubicBezTo>
                  <a:pt x="214" y="956"/>
                  <a:pt x="0" y="742"/>
                  <a:pt x="0" y="478"/>
                </a:cubicBezTo>
                <a:lnTo>
                  <a:pt x="0" y="478"/>
                </a:lnTo>
                <a:cubicBezTo>
                  <a:pt x="0" y="214"/>
                  <a:pt x="214" y="0"/>
                  <a:pt x="478" y="0"/>
                </a:cubicBezTo>
                <a:lnTo>
                  <a:pt x="478" y="0"/>
                </a:lnTo>
                <a:cubicBezTo>
                  <a:pt x="743" y="0"/>
                  <a:pt x="957" y="214"/>
                  <a:pt x="957" y="478"/>
                </a:cubicBezTo>
              </a:path>
            </a:pathLst>
          </a:custGeom>
          <a:noFill/>
          <a:ln w="50800" cap="flat">
            <a:solidFill>
              <a:srgbClr val="B9CE1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9" name="Freeform 69">
            <a:extLst>
              <a:ext uri="{FF2B5EF4-FFF2-40B4-BE49-F238E27FC236}">
                <a16:creationId xmlns:a16="http://schemas.microsoft.com/office/drawing/2014/main" id="{E8571881-8877-4F58-81CE-0F1D85FB5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98" y="4307576"/>
            <a:ext cx="595995" cy="595995"/>
          </a:xfrm>
          <a:custGeom>
            <a:avLst/>
            <a:gdLst>
              <a:gd name="T0" fmla="*/ 957 w 958"/>
              <a:gd name="T1" fmla="*/ 478 h 958"/>
              <a:gd name="T2" fmla="*/ 957 w 958"/>
              <a:gd name="T3" fmla="*/ 478 h 958"/>
              <a:gd name="T4" fmla="*/ 478 w 958"/>
              <a:gd name="T5" fmla="*/ 957 h 958"/>
              <a:gd name="T6" fmla="*/ 478 w 958"/>
              <a:gd name="T7" fmla="*/ 957 h 958"/>
              <a:gd name="T8" fmla="*/ 0 w 958"/>
              <a:gd name="T9" fmla="*/ 478 h 958"/>
              <a:gd name="T10" fmla="*/ 0 w 958"/>
              <a:gd name="T11" fmla="*/ 478 h 958"/>
              <a:gd name="T12" fmla="*/ 478 w 958"/>
              <a:gd name="T13" fmla="*/ 0 h 958"/>
              <a:gd name="T14" fmla="*/ 478 w 958"/>
              <a:gd name="T15" fmla="*/ 0 h 958"/>
              <a:gd name="T16" fmla="*/ 957 w 958"/>
              <a:gd name="T17" fmla="*/ 478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8"/>
                </a:moveTo>
                <a:lnTo>
                  <a:pt x="957" y="478"/>
                </a:lnTo>
                <a:cubicBezTo>
                  <a:pt x="957" y="743"/>
                  <a:pt x="742" y="957"/>
                  <a:pt x="478" y="957"/>
                </a:cubicBezTo>
                <a:lnTo>
                  <a:pt x="478" y="957"/>
                </a:lnTo>
                <a:cubicBezTo>
                  <a:pt x="214" y="957"/>
                  <a:pt x="0" y="743"/>
                  <a:pt x="0" y="478"/>
                </a:cubicBezTo>
                <a:lnTo>
                  <a:pt x="0" y="478"/>
                </a:lnTo>
                <a:cubicBezTo>
                  <a:pt x="0" y="214"/>
                  <a:pt x="214" y="0"/>
                  <a:pt x="478" y="0"/>
                </a:cubicBezTo>
                <a:lnTo>
                  <a:pt x="478" y="0"/>
                </a:lnTo>
                <a:cubicBezTo>
                  <a:pt x="742" y="0"/>
                  <a:pt x="957" y="214"/>
                  <a:pt x="957" y="478"/>
                </a:cubicBezTo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  <a:latin typeface="Poppins" pitchFamily="2" charset="77"/>
            </a:endParaRPr>
          </a:p>
        </p:txBody>
      </p:sp>
      <p:sp>
        <p:nvSpPr>
          <p:cNvPr id="20" name="Freeform 70">
            <a:extLst>
              <a:ext uri="{FF2B5EF4-FFF2-40B4-BE49-F238E27FC236}">
                <a16:creationId xmlns:a16="http://schemas.microsoft.com/office/drawing/2014/main" id="{EDD22969-7FEC-4BF4-8EEA-9D92732632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98" y="4307576"/>
            <a:ext cx="595995" cy="595995"/>
          </a:xfrm>
          <a:custGeom>
            <a:avLst/>
            <a:gdLst>
              <a:gd name="T0" fmla="*/ 957 w 958"/>
              <a:gd name="T1" fmla="*/ 478 h 958"/>
              <a:gd name="T2" fmla="*/ 957 w 958"/>
              <a:gd name="T3" fmla="*/ 478 h 958"/>
              <a:gd name="T4" fmla="*/ 478 w 958"/>
              <a:gd name="T5" fmla="*/ 957 h 958"/>
              <a:gd name="T6" fmla="*/ 478 w 958"/>
              <a:gd name="T7" fmla="*/ 957 h 958"/>
              <a:gd name="T8" fmla="*/ 0 w 958"/>
              <a:gd name="T9" fmla="*/ 478 h 958"/>
              <a:gd name="T10" fmla="*/ 0 w 958"/>
              <a:gd name="T11" fmla="*/ 478 h 958"/>
              <a:gd name="T12" fmla="*/ 478 w 958"/>
              <a:gd name="T13" fmla="*/ 0 h 958"/>
              <a:gd name="T14" fmla="*/ 478 w 958"/>
              <a:gd name="T15" fmla="*/ 0 h 958"/>
              <a:gd name="T16" fmla="*/ 957 w 958"/>
              <a:gd name="T17" fmla="*/ 478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8"/>
                </a:moveTo>
                <a:lnTo>
                  <a:pt x="957" y="478"/>
                </a:lnTo>
                <a:cubicBezTo>
                  <a:pt x="957" y="743"/>
                  <a:pt x="742" y="957"/>
                  <a:pt x="478" y="957"/>
                </a:cubicBezTo>
                <a:lnTo>
                  <a:pt x="478" y="957"/>
                </a:lnTo>
                <a:cubicBezTo>
                  <a:pt x="214" y="957"/>
                  <a:pt x="0" y="743"/>
                  <a:pt x="0" y="478"/>
                </a:cubicBezTo>
                <a:lnTo>
                  <a:pt x="0" y="478"/>
                </a:lnTo>
                <a:cubicBezTo>
                  <a:pt x="0" y="214"/>
                  <a:pt x="214" y="0"/>
                  <a:pt x="478" y="0"/>
                </a:cubicBezTo>
                <a:lnTo>
                  <a:pt x="478" y="0"/>
                </a:lnTo>
                <a:cubicBezTo>
                  <a:pt x="742" y="0"/>
                  <a:pt x="957" y="214"/>
                  <a:pt x="957" y="478"/>
                </a:cubicBezTo>
              </a:path>
            </a:pathLst>
          </a:custGeom>
          <a:noFill/>
          <a:ln w="50800" cap="flat">
            <a:solidFill>
              <a:srgbClr val="94C11E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1" name="Freeform 71">
            <a:extLst>
              <a:ext uri="{FF2B5EF4-FFF2-40B4-BE49-F238E27FC236}">
                <a16:creationId xmlns:a16="http://schemas.microsoft.com/office/drawing/2014/main" id="{4E9FA38B-6780-4489-91B1-35609FD511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3797" y="5551750"/>
            <a:ext cx="3315053" cy="403740"/>
          </a:xfrm>
          <a:custGeom>
            <a:avLst/>
            <a:gdLst>
              <a:gd name="T0" fmla="*/ 0 w 5321"/>
              <a:gd name="T1" fmla="*/ 0 h 650"/>
              <a:gd name="T2" fmla="*/ 3717 w 5321"/>
              <a:gd name="T3" fmla="*/ 0 h 650"/>
              <a:gd name="T4" fmla="*/ 3717 w 5321"/>
              <a:gd name="T5" fmla="*/ 649 h 650"/>
              <a:gd name="T6" fmla="*/ 5320 w 5321"/>
              <a:gd name="T7" fmla="*/ 649 h 6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321" h="650">
                <a:moveTo>
                  <a:pt x="0" y="0"/>
                </a:moveTo>
                <a:lnTo>
                  <a:pt x="3717" y="0"/>
                </a:lnTo>
                <a:lnTo>
                  <a:pt x="3717" y="649"/>
                </a:lnTo>
                <a:lnTo>
                  <a:pt x="5320" y="649"/>
                </a:lnTo>
              </a:path>
            </a:pathLst>
          </a:custGeom>
          <a:noFill/>
          <a:ln w="50800" cap="flat">
            <a:solidFill>
              <a:srgbClr val="35A8E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2" name="Freeform 72">
            <a:extLst>
              <a:ext uri="{FF2B5EF4-FFF2-40B4-BE49-F238E27FC236}">
                <a16:creationId xmlns:a16="http://schemas.microsoft.com/office/drawing/2014/main" id="{17FD745D-67CE-4CB8-9659-F3F120B0B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98" y="5625907"/>
            <a:ext cx="595995" cy="595995"/>
          </a:xfrm>
          <a:custGeom>
            <a:avLst/>
            <a:gdLst>
              <a:gd name="T0" fmla="*/ 957 w 958"/>
              <a:gd name="T1" fmla="*/ 478 h 958"/>
              <a:gd name="T2" fmla="*/ 957 w 958"/>
              <a:gd name="T3" fmla="*/ 478 h 958"/>
              <a:gd name="T4" fmla="*/ 478 w 958"/>
              <a:gd name="T5" fmla="*/ 0 h 958"/>
              <a:gd name="T6" fmla="*/ 478 w 958"/>
              <a:gd name="T7" fmla="*/ 0 h 958"/>
              <a:gd name="T8" fmla="*/ 0 w 958"/>
              <a:gd name="T9" fmla="*/ 478 h 958"/>
              <a:gd name="T10" fmla="*/ 0 w 958"/>
              <a:gd name="T11" fmla="*/ 478 h 958"/>
              <a:gd name="T12" fmla="*/ 478 w 958"/>
              <a:gd name="T13" fmla="*/ 957 h 958"/>
              <a:gd name="T14" fmla="*/ 478 w 958"/>
              <a:gd name="T15" fmla="*/ 957 h 958"/>
              <a:gd name="T16" fmla="*/ 957 w 958"/>
              <a:gd name="T17" fmla="*/ 478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8"/>
                </a:moveTo>
                <a:lnTo>
                  <a:pt x="957" y="478"/>
                </a:lnTo>
                <a:cubicBezTo>
                  <a:pt x="957" y="214"/>
                  <a:pt x="742" y="0"/>
                  <a:pt x="478" y="0"/>
                </a:cubicBezTo>
                <a:lnTo>
                  <a:pt x="478" y="0"/>
                </a:lnTo>
                <a:cubicBezTo>
                  <a:pt x="214" y="0"/>
                  <a:pt x="0" y="214"/>
                  <a:pt x="0" y="478"/>
                </a:cubicBezTo>
                <a:lnTo>
                  <a:pt x="0" y="478"/>
                </a:lnTo>
                <a:cubicBezTo>
                  <a:pt x="0" y="742"/>
                  <a:pt x="214" y="957"/>
                  <a:pt x="478" y="957"/>
                </a:cubicBezTo>
                <a:lnTo>
                  <a:pt x="478" y="957"/>
                </a:lnTo>
                <a:cubicBezTo>
                  <a:pt x="742" y="957"/>
                  <a:pt x="957" y="742"/>
                  <a:pt x="957" y="478"/>
                </a:cubicBezTo>
              </a:path>
            </a:pathLst>
          </a:custGeom>
          <a:noFill/>
          <a:ln>
            <a:noFill/>
          </a:ln>
          <a:effectLst/>
        </p:spPr>
        <p:txBody>
          <a:bodyPr wrap="none" anchor="ctr"/>
          <a:lstStyle/>
          <a:p>
            <a:endParaRPr lang="en-US" dirty="0">
              <a:solidFill>
                <a:srgbClr val="000000"/>
              </a:solidFill>
              <a:latin typeface="Poppins" pitchFamily="2" charset="77"/>
            </a:endParaRPr>
          </a:p>
        </p:txBody>
      </p:sp>
      <p:sp>
        <p:nvSpPr>
          <p:cNvPr id="23" name="Freeform 73">
            <a:extLst>
              <a:ext uri="{FF2B5EF4-FFF2-40B4-BE49-F238E27FC236}">
                <a16:creationId xmlns:a16="http://schemas.microsoft.com/office/drawing/2014/main" id="{E59B46A5-83D5-49BA-BE8F-B2690F0662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98" y="5625907"/>
            <a:ext cx="595995" cy="595995"/>
          </a:xfrm>
          <a:custGeom>
            <a:avLst/>
            <a:gdLst>
              <a:gd name="T0" fmla="*/ 957 w 958"/>
              <a:gd name="T1" fmla="*/ 478 h 958"/>
              <a:gd name="T2" fmla="*/ 957 w 958"/>
              <a:gd name="T3" fmla="*/ 478 h 958"/>
              <a:gd name="T4" fmla="*/ 478 w 958"/>
              <a:gd name="T5" fmla="*/ 0 h 958"/>
              <a:gd name="T6" fmla="*/ 478 w 958"/>
              <a:gd name="T7" fmla="*/ 0 h 958"/>
              <a:gd name="T8" fmla="*/ 0 w 958"/>
              <a:gd name="T9" fmla="*/ 478 h 958"/>
              <a:gd name="T10" fmla="*/ 0 w 958"/>
              <a:gd name="T11" fmla="*/ 478 h 958"/>
              <a:gd name="T12" fmla="*/ 478 w 958"/>
              <a:gd name="T13" fmla="*/ 957 h 958"/>
              <a:gd name="T14" fmla="*/ 478 w 958"/>
              <a:gd name="T15" fmla="*/ 957 h 958"/>
              <a:gd name="T16" fmla="*/ 957 w 958"/>
              <a:gd name="T17" fmla="*/ 478 h 9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958" h="958">
                <a:moveTo>
                  <a:pt x="957" y="478"/>
                </a:moveTo>
                <a:lnTo>
                  <a:pt x="957" y="478"/>
                </a:lnTo>
                <a:cubicBezTo>
                  <a:pt x="957" y="214"/>
                  <a:pt x="742" y="0"/>
                  <a:pt x="478" y="0"/>
                </a:cubicBezTo>
                <a:lnTo>
                  <a:pt x="478" y="0"/>
                </a:lnTo>
                <a:cubicBezTo>
                  <a:pt x="214" y="0"/>
                  <a:pt x="0" y="214"/>
                  <a:pt x="0" y="478"/>
                </a:cubicBezTo>
                <a:lnTo>
                  <a:pt x="0" y="478"/>
                </a:lnTo>
                <a:cubicBezTo>
                  <a:pt x="0" y="742"/>
                  <a:pt x="214" y="957"/>
                  <a:pt x="478" y="957"/>
                </a:cubicBezTo>
                <a:lnTo>
                  <a:pt x="478" y="957"/>
                </a:lnTo>
                <a:cubicBezTo>
                  <a:pt x="742" y="957"/>
                  <a:pt x="957" y="742"/>
                  <a:pt x="957" y="478"/>
                </a:cubicBezTo>
              </a:path>
            </a:pathLst>
          </a:custGeom>
          <a:noFill/>
          <a:ln w="50800" cap="flat">
            <a:solidFill>
              <a:srgbClr val="35A8E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4" name="Freeform 74">
            <a:extLst>
              <a:ext uri="{FF2B5EF4-FFF2-40B4-BE49-F238E27FC236}">
                <a16:creationId xmlns:a16="http://schemas.microsoft.com/office/drawing/2014/main" id="{C86D1811-AB33-473A-B97C-ACD51393BF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0069" y="4623426"/>
            <a:ext cx="2936034" cy="381768"/>
          </a:xfrm>
          <a:custGeom>
            <a:avLst/>
            <a:gdLst>
              <a:gd name="T0" fmla="*/ 0 w 4714"/>
              <a:gd name="T1" fmla="*/ 610 h 611"/>
              <a:gd name="T2" fmla="*/ 4248 w 4714"/>
              <a:gd name="T3" fmla="*/ 610 h 611"/>
              <a:gd name="T4" fmla="*/ 4248 w 4714"/>
              <a:gd name="T5" fmla="*/ 0 h 611"/>
              <a:gd name="T6" fmla="*/ 4713 w 4714"/>
              <a:gd name="T7" fmla="*/ 0 h 6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714" h="611">
                <a:moveTo>
                  <a:pt x="0" y="610"/>
                </a:moveTo>
                <a:lnTo>
                  <a:pt x="4248" y="610"/>
                </a:lnTo>
                <a:lnTo>
                  <a:pt x="4248" y="0"/>
                </a:lnTo>
                <a:lnTo>
                  <a:pt x="4713" y="0"/>
                </a:lnTo>
              </a:path>
            </a:pathLst>
          </a:custGeom>
          <a:noFill/>
          <a:ln w="50800" cap="flat">
            <a:solidFill>
              <a:srgbClr val="94C11E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5" name="Freeform 75">
            <a:extLst>
              <a:ext uri="{FF2B5EF4-FFF2-40B4-BE49-F238E27FC236}">
                <a16:creationId xmlns:a16="http://schemas.microsoft.com/office/drawing/2014/main" id="{D445D4D1-13F2-406E-920C-30D3396BA9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29090" y="3357280"/>
            <a:ext cx="2562507" cy="1093116"/>
          </a:xfrm>
          <a:custGeom>
            <a:avLst/>
            <a:gdLst>
              <a:gd name="T0" fmla="*/ 0 w 4114"/>
              <a:gd name="T1" fmla="*/ 1755 h 1756"/>
              <a:gd name="T2" fmla="*/ 3707 w 4114"/>
              <a:gd name="T3" fmla="*/ 1755 h 1756"/>
              <a:gd name="T4" fmla="*/ 3707 w 4114"/>
              <a:gd name="T5" fmla="*/ 0 h 1756"/>
              <a:gd name="T6" fmla="*/ 4113 w 4114"/>
              <a:gd name="T7" fmla="*/ 0 h 17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114" h="1756">
                <a:moveTo>
                  <a:pt x="0" y="1755"/>
                </a:moveTo>
                <a:lnTo>
                  <a:pt x="3707" y="1755"/>
                </a:lnTo>
                <a:lnTo>
                  <a:pt x="3707" y="0"/>
                </a:lnTo>
                <a:lnTo>
                  <a:pt x="4113" y="0"/>
                </a:lnTo>
              </a:path>
            </a:pathLst>
          </a:custGeom>
          <a:noFill/>
          <a:ln w="50800" cap="flat">
            <a:solidFill>
              <a:srgbClr val="B9CE1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6" name="Freeform 360">
            <a:extLst>
              <a:ext uri="{FF2B5EF4-FFF2-40B4-BE49-F238E27FC236}">
                <a16:creationId xmlns:a16="http://schemas.microsoft.com/office/drawing/2014/main" id="{935A4BA6-D820-4961-AFDD-CE93E1B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473" y="3178754"/>
            <a:ext cx="400993" cy="362541"/>
          </a:xfrm>
          <a:custGeom>
            <a:avLst/>
            <a:gdLst>
              <a:gd name="T0" fmla="*/ 584 w 645"/>
              <a:gd name="T1" fmla="*/ 361 h 580"/>
              <a:gd name="T2" fmla="*/ 582 w 645"/>
              <a:gd name="T3" fmla="*/ 362 h 580"/>
              <a:gd name="T4" fmla="*/ 574 w 645"/>
              <a:gd name="T5" fmla="*/ 362 h 580"/>
              <a:gd name="T6" fmla="*/ 83 w 645"/>
              <a:gd name="T7" fmla="*/ 362 h 580"/>
              <a:gd name="T8" fmla="*/ 83 w 645"/>
              <a:gd name="T9" fmla="*/ 217 h 580"/>
              <a:gd name="T10" fmla="*/ 84 w 645"/>
              <a:gd name="T11" fmla="*/ 217 h 580"/>
              <a:gd name="T12" fmla="*/ 148 w 645"/>
              <a:gd name="T13" fmla="*/ 249 h 580"/>
              <a:gd name="T14" fmla="*/ 156 w 645"/>
              <a:gd name="T15" fmla="*/ 237 h 580"/>
              <a:gd name="T16" fmla="*/ 214 w 645"/>
              <a:gd name="T17" fmla="*/ 79 h 580"/>
              <a:gd name="T18" fmla="*/ 267 w 645"/>
              <a:gd name="T19" fmla="*/ 147 h 580"/>
              <a:gd name="T20" fmla="*/ 276 w 645"/>
              <a:gd name="T21" fmla="*/ 155 h 580"/>
              <a:gd name="T22" fmla="*/ 287 w 645"/>
              <a:gd name="T23" fmla="*/ 95 h 580"/>
              <a:gd name="T24" fmla="*/ 422 w 645"/>
              <a:gd name="T25" fmla="*/ 17 h 580"/>
              <a:gd name="T26" fmla="*/ 562 w 645"/>
              <a:gd name="T27" fmla="*/ 241 h 580"/>
              <a:gd name="T28" fmla="*/ 490 w 645"/>
              <a:gd name="T29" fmla="*/ 279 h 580"/>
              <a:gd name="T30" fmla="*/ 499 w 645"/>
              <a:gd name="T31" fmla="*/ 288 h 580"/>
              <a:gd name="T32" fmla="*/ 578 w 645"/>
              <a:gd name="T33" fmla="*/ 253 h 580"/>
              <a:gd name="T34" fmla="*/ 628 w 645"/>
              <a:gd name="T35" fmla="*/ 307 h 580"/>
              <a:gd name="T36" fmla="*/ 608 w 645"/>
              <a:gd name="T37" fmla="*/ 459 h 580"/>
              <a:gd name="T38" fmla="*/ 549 w 645"/>
              <a:gd name="T39" fmla="*/ 459 h 580"/>
              <a:gd name="T40" fmla="*/ 486 w 645"/>
              <a:gd name="T41" fmla="*/ 524 h 580"/>
              <a:gd name="T42" fmla="*/ 428 w 645"/>
              <a:gd name="T43" fmla="*/ 524 h 580"/>
              <a:gd name="T44" fmla="*/ 346 w 645"/>
              <a:gd name="T45" fmla="*/ 479 h 580"/>
              <a:gd name="T46" fmla="*/ 287 w 645"/>
              <a:gd name="T47" fmla="*/ 479 h 580"/>
              <a:gd name="T48" fmla="*/ 216 w 645"/>
              <a:gd name="T49" fmla="*/ 533 h 580"/>
              <a:gd name="T50" fmla="*/ 158 w 645"/>
              <a:gd name="T51" fmla="*/ 533 h 580"/>
              <a:gd name="T52" fmla="*/ 216 w 645"/>
              <a:gd name="T53" fmla="*/ 533 h 580"/>
              <a:gd name="T54" fmla="*/ 17 w 645"/>
              <a:gd name="T55" fmla="*/ 464 h 580"/>
              <a:gd name="T56" fmla="*/ 75 w 645"/>
              <a:gd name="T57" fmla="*/ 464 h 580"/>
              <a:gd name="T58" fmla="*/ 595 w 645"/>
              <a:gd name="T59" fmla="*/ 173 h 580"/>
              <a:gd name="T60" fmla="*/ 278 w 645"/>
              <a:gd name="T61" fmla="*/ 78 h 580"/>
              <a:gd name="T62" fmla="*/ 74 w 645"/>
              <a:gd name="T63" fmla="*/ 201 h 580"/>
              <a:gd name="T64" fmla="*/ 79 w 645"/>
              <a:gd name="T65" fmla="*/ 377 h 580"/>
              <a:gd name="T66" fmla="*/ 107 w 645"/>
              <a:gd name="T67" fmla="*/ 379 h 580"/>
              <a:gd name="T68" fmla="*/ 82 w 645"/>
              <a:gd name="T69" fmla="*/ 435 h 580"/>
              <a:gd name="T70" fmla="*/ 1 w 645"/>
              <a:gd name="T71" fmla="*/ 464 h 580"/>
              <a:gd name="T72" fmla="*/ 92 w 645"/>
              <a:gd name="T73" fmla="*/ 464 h 580"/>
              <a:gd name="T74" fmla="*/ 107 w 645"/>
              <a:gd name="T75" fmla="*/ 440 h 580"/>
              <a:gd name="T76" fmla="*/ 233 w 645"/>
              <a:gd name="T77" fmla="*/ 398 h 580"/>
              <a:gd name="T78" fmla="*/ 179 w 645"/>
              <a:gd name="T79" fmla="*/ 487 h 580"/>
              <a:gd name="T80" fmla="*/ 187 w 645"/>
              <a:gd name="T81" fmla="*/ 579 h 580"/>
              <a:gd name="T82" fmla="*/ 195 w 645"/>
              <a:gd name="T83" fmla="*/ 487 h 580"/>
              <a:gd name="T84" fmla="*/ 243 w 645"/>
              <a:gd name="T85" fmla="*/ 412 h 580"/>
              <a:gd name="T86" fmla="*/ 325 w 645"/>
              <a:gd name="T87" fmla="*/ 379 h 580"/>
              <a:gd name="T88" fmla="*/ 304 w 645"/>
              <a:gd name="T89" fmla="*/ 435 h 580"/>
              <a:gd name="T90" fmla="*/ 316 w 645"/>
              <a:gd name="T91" fmla="*/ 525 h 580"/>
              <a:gd name="T92" fmla="*/ 320 w 645"/>
              <a:gd name="T93" fmla="*/ 416 h 580"/>
              <a:gd name="T94" fmla="*/ 351 w 645"/>
              <a:gd name="T95" fmla="*/ 379 h 580"/>
              <a:gd name="T96" fmla="*/ 400 w 645"/>
              <a:gd name="T97" fmla="*/ 409 h 580"/>
              <a:gd name="T98" fmla="*/ 447 w 645"/>
              <a:gd name="T99" fmla="*/ 479 h 580"/>
              <a:gd name="T100" fmla="*/ 456 w 645"/>
              <a:gd name="T101" fmla="*/ 570 h 580"/>
              <a:gd name="T102" fmla="*/ 464 w 645"/>
              <a:gd name="T103" fmla="*/ 479 h 580"/>
              <a:gd name="T104" fmla="*/ 411 w 645"/>
              <a:gd name="T105" fmla="*/ 394 h 580"/>
              <a:gd name="T106" fmla="*/ 502 w 645"/>
              <a:gd name="T107" fmla="*/ 405 h 580"/>
              <a:gd name="T108" fmla="*/ 532 w 645"/>
              <a:gd name="T109" fmla="*/ 459 h 580"/>
              <a:gd name="T110" fmla="*/ 624 w 645"/>
              <a:gd name="T111" fmla="*/ 459 h 580"/>
              <a:gd name="T112" fmla="*/ 543 w 645"/>
              <a:gd name="T113" fmla="*/ 431 h 580"/>
              <a:gd name="T114" fmla="*/ 518 w 645"/>
              <a:gd name="T115" fmla="*/ 378 h 580"/>
              <a:gd name="T116" fmla="*/ 585 w 645"/>
              <a:gd name="T117" fmla="*/ 378 h 580"/>
              <a:gd name="T118" fmla="*/ 644 w 645"/>
              <a:gd name="T119" fmla="*/ 307 h 580"/>
              <a:gd name="T120" fmla="*/ 582 w 645"/>
              <a:gd name="T121" fmla="*/ 236 h 5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645" h="580">
                <a:moveTo>
                  <a:pt x="628" y="307"/>
                </a:moveTo>
                <a:lnTo>
                  <a:pt x="628" y="307"/>
                </a:lnTo>
                <a:cubicBezTo>
                  <a:pt x="628" y="335"/>
                  <a:pt x="609" y="358"/>
                  <a:pt x="584" y="361"/>
                </a:cubicBezTo>
                <a:lnTo>
                  <a:pt x="584" y="361"/>
                </a:lnTo>
                <a:cubicBezTo>
                  <a:pt x="584" y="362"/>
                  <a:pt x="584" y="362"/>
                  <a:pt x="583" y="362"/>
                </a:cubicBezTo>
                <a:lnTo>
                  <a:pt x="583" y="362"/>
                </a:lnTo>
                <a:lnTo>
                  <a:pt x="583" y="362"/>
                </a:lnTo>
                <a:cubicBezTo>
                  <a:pt x="582" y="362"/>
                  <a:pt x="582" y="362"/>
                  <a:pt x="582" y="362"/>
                </a:cubicBezTo>
                <a:lnTo>
                  <a:pt x="582" y="362"/>
                </a:lnTo>
                <a:cubicBezTo>
                  <a:pt x="579" y="362"/>
                  <a:pt x="577" y="362"/>
                  <a:pt x="574" y="362"/>
                </a:cubicBezTo>
                <a:lnTo>
                  <a:pt x="574" y="362"/>
                </a:lnTo>
                <a:lnTo>
                  <a:pt x="574" y="362"/>
                </a:lnTo>
                <a:lnTo>
                  <a:pt x="574" y="362"/>
                </a:lnTo>
                <a:lnTo>
                  <a:pt x="86" y="362"/>
                </a:lnTo>
                <a:lnTo>
                  <a:pt x="86" y="362"/>
                </a:lnTo>
                <a:cubicBezTo>
                  <a:pt x="85" y="362"/>
                  <a:pt x="84" y="362"/>
                  <a:pt x="83" y="362"/>
                </a:cubicBezTo>
                <a:lnTo>
                  <a:pt x="83" y="362"/>
                </a:lnTo>
                <a:cubicBezTo>
                  <a:pt x="46" y="358"/>
                  <a:pt x="17" y="327"/>
                  <a:pt x="17" y="289"/>
                </a:cubicBezTo>
                <a:lnTo>
                  <a:pt x="17" y="289"/>
                </a:lnTo>
                <a:cubicBezTo>
                  <a:pt x="17" y="252"/>
                  <a:pt x="46" y="220"/>
                  <a:pt x="83" y="217"/>
                </a:cubicBezTo>
                <a:lnTo>
                  <a:pt x="83" y="217"/>
                </a:lnTo>
                <a:lnTo>
                  <a:pt x="83" y="217"/>
                </a:lnTo>
                <a:lnTo>
                  <a:pt x="84" y="217"/>
                </a:lnTo>
                <a:lnTo>
                  <a:pt x="84" y="217"/>
                </a:lnTo>
                <a:cubicBezTo>
                  <a:pt x="84" y="217"/>
                  <a:pt x="122" y="214"/>
                  <a:pt x="141" y="245"/>
                </a:cubicBezTo>
                <a:lnTo>
                  <a:pt x="141" y="245"/>
                </a:lnTo>
                <a:cubicBezTo>
                  <a:pt x="143" y="248"/>
                  <a:pt x="145" y="249"/>
                  <a:pt x="148" y="249"/>
                </a:cubicBezTo>
                <a:lnTo>
                  <a:pt x="148" y="249"/>
                </a:lnTo>
                <a:cubicBezTo>
                  <a:pt x="150" y="249"/>
                  <a:pt x="151" y="249"/>
                  <a:pt x="152" y="248"/>
                </a:cubicBezTo>
                <a:lnTo>
                  <a:pt x="152" y="248"/>
                </a:lnTo>
                <a:cubicBezTo>
                  <a:pt x="157" y="246"/>
                  <a:pt x="158" y="241"/>
                  <a:pt x="156" y="237"/>
                </a:cubicBezTo>
                <a:lnTo>
                  <a:pt x="156" y="237"/>
                </a:lnTo>
                <a:cubicBezTo>
                  <a:pt x="137" y="207"/>
                  <a:pt x="106" y="201"/>
                  <a:pt x="91" y="201"/>
                </a:cubicBezTo>
                <a:lnTo>
                  <a:pt x="91" y="201"/>
                </a:lnTo>
                <a:cubicBezTo>
                  <a:pt x="92" y="133"/>
                  <a:pt x="146" y="79"/>
                  <a:pt x="214" y="79"/>
                </a:cubicBezTo>
                <a:lnTo>
                  <a:pt x="214" y="79"/>
                </a:lnTo>
                <a:cubicBezTo>
                  <a:pt x="233" y="79"/>
                  <a:pt x="253" y="83"/>
                  <a:pt x="270" y="92"/>
                </a:cubicBezTo>
                <a:lnTo>
                  <a:pt x="270" y="92"/>
                </a:lnTo>
                <a:cubicBezTo>
                  <a:pt x="266" y="103"/>
                  <a:pt x="263" y="121"/>
                  <a:pt x="267" y="147"/>
                </a:cubicBezTo>
                <a:lnTo>
                  <a:pt x="267" y="147"/>
                </a:lnTo>
                <a:cubicBezTo>
                  <a:pt x="267" y="152"/>
                  <a:pt x="270" y="155"/>
                  <a:pt x="275" y="155"/>
                </a:cubicBezTo>
                <a:lnTo>
                  <a:pt x="275" y="155"/>
                </a:lnTo>
                <a:cubicBezTo>
                  <a:pt x="275" y="155"/>
                  <a:pt x="275" y="155"/>
                  <a:pt x="276" y="155"/>
                </a:cubicBezTo>
                <a:lnTo>
                  <a:pt x="276" y="155"/>
                </a:lnTo>
                <a:cubicBezTo>
                  <a:pt x="280" y="154"/>
                  <a:pt x="284" y="150"/>
                  <a:pt x="283" y="145"/>
                </a:cubicBezTo>
                <a:lnTo>
                  <a:pt x="283" y="145"/>
                </a:lnTo>
                <a:cubicBezTo>
                  <a:pt x="280" y="117"/>
                  <a:pt x="284" y="101"/>
                  <a:pt x="287" y="95"/>
                </a:cubicBezTo>
                <a:lnTo>
                  <a:pt x="287" y="95"/>
                </a:lnTo>
                <a:cubicBezTo>
                  <a:pt x="288" y="94"/>
                  <a:pt x="288" y="94"/>
                  <a:pt x="288" y="93"/>
                </a:cubicBezTo>
                <a:lnTo>
                  <a:pt x="288" y="93"/>
                </a:lnTo>
                <a:cubicBezTo>
                  <a:pt x="316" y="46"/>
                  <a:pt x="367" y="17"/>
                  <a:pt x="422" y="17"/>
                </a:cubicBezTo>
                <a:lnTo>
                  <a:pt x="422" y="17"/>
                </a:lnTo>
                <a:cubicBezTo>
                  <a:pt x="508" y="17"/>
                  <a:pt x="578" y="87"/>
                  <a:pt x="578" y="173"/>
                </a:cubicBezTo>
                <a:lnTo>
                  <a:pt x="578" y="173"/>
                </a:lnTo>
                <a:cubicBezTo>
                  <a:pt x="578" y="197"/>
                  <a:pt x="573" y="220"/>
                  <a:pt x="562" y="241"/>
                </a:cubicBezTo>
                <a:lnTo>
                  <a:pt x="562" y="241"/>
                </a:lnTo>
                <a:cubicBezTo>
                  <a:pt x="538" y="271"/>
                  <a:pt x="499" y="271"/>
                  <a:pt x="499" y="271"/>
                </a:cubicBezTo>
                <a:lnTo>
                  <a:pt x="499" y="271"/>
                </a:lnTo>
                <a:cubicBezTo>
                  <a:pt x="494" y="271"/>
                  <a:pt x="490" y="275"/>
                  <a:pt x="490" y="279"/>
                </a:cubicBezTo>
                <a:lnTo>
                  <a:pt x="490" y="279"/>
                </a:lnTo>
                <a:cubicBezTo>
                  <a:pt x="490" y="284"/>
                  <a:pt x="494" y="288"/>
                  <a:pt x="499" y="288"/>
                </a:cubicBezTo>
                <a:lnTo>
                  <a:pt x="499" y="288"/>
                </a:lnTo>
                <a:lnTo>
                  <a:pt x="499" y="288"/>
                </a:lnTo>
                <a:lnTo>
                  <a:pt x="499" y="288"/>
                </a:lnTo>
                <a:cubicBezTo>
                  <a:pt x="505" y="288"/>
                  <a:pt x="545" y="286"/>
                  <a:pt x="574" y="253"/>
                </a:cubicBezTo>
                <a:lnTo>
                  <a:pt x="574" y="253"/>
                </a:lnTo>
                <a:cubicBezTo>
                  <a:pt x="575" y="253"/>
                  <a:pt x="577" y="253"/>
                  <a:pt x="578" y="253"/>
                </a:cubicBezTo>
                <a:lnTo>
                  <a:pt x="578" y="253"/>
                </a:lnTo>
                <a:lnTo>
                  <a:pt x="578" y="253"/>
                </a:lnTo>
                <a:cubicBezTo>
                  <a:pt x="591" y="253"/>
                  <a:pt x="603" y="259"/>
                  <a:pt x="613" y="268"/>
                </a:cubicBezTo>
                <a:lnTo>
                  <a:pt x="613" y="268"/>
                </a:lnTo>
                <a:cubicBezTo>
                  <a:pt x="622" y="279"/>
                  <a:pt x="628" y="292"/>
                  <a:pt x="628" y="307"/>
                </a:cubicBezTo>
                <a:close/>
                <a:moveTo>
                  <a:pt x="578" y="431"/>
                </a:moveTo>
                <a:lnTo>
                  <a:pt x="578" y="431"/>
                </a:lnTo>
                <a:cubicBezTo>
                  <a:pt x="594" y="431"/>
                  <a:pt x="608" y="443"/>
                  <a:pt x="608" y="459"/>
                </a:cubicBezTo>
                <a:lnTo>
                  <a:pt x="608" y="459"/>
                </a:lnTo>
                <a:cubicBezTo>
                  <a:pt x="608" y="476"/>
                  <a:pt x="594" y="489"/>
                  <a:pt x="578" y="489"/>
                </a:cubicBezTo>
                <a:lnTo>
                  <a:pt x="578" y="489"/>
                </a:lnTo>
                <a:cubicBezTo>
                  <a:pt x="562" y="489"/>
                  <a:pt x="549" y="476"/>
                  <a:pt x="549" y="459"/>
                </a:cubicBezTo>
                <a:lnTo>
                  <a:pt x="549" y="459"/>
                </a:lnTo>
                <a:cubicBezTo>
                  <a:pt x="549" y="443"/>
                  <a:pt x="562" y="431"/>
                  <a:pt x="578" y="431"/>
                </a:cubicBezTo>
                <a:close/>
                <a:moveTo>
                  <a:pt x="456" y="495"/>
                </a:moveTo>
                <a:lnTo>
                  <a:pt x="456" y="495"/>
                </a:lnTo>
                <a:cubicBezTo>
                  <a:pt x="473" y="495"/>
                  <a:pt x="486" y="508"/>
                  <a:pt x="486" y="524"/>
                </a:cubicBezTo>
                <a:lnTo>
                  <a:pt x="486" y="524"/>
                </a:lnTo>
                <a:cubicBezTo>
                  <a:pt x="486" y="540"/>
                  <a:pt x="473" y="553"/>
                  <a:pt x="456" y="553"/>
                </a:cubicBezTo>
                <a:lnTo>
                  <a:pt x="456" y="553"/>
                </a:lnTo>
                <a:cubicBezTo>
                  <a:pt x="441" y="553"/>
                  <a:pt x="428" y="540"/>
                  <a:pt x="428" y="524"/>
                </a:cubicBezTo>
                <a:lnTo>
                  <a:pt x="428" y="524"/>
                </a:lnTo>
                <a:cubicBezTo>
                  <a:pt x="428" y="508"/>
                  <a:pt x="441" y="495"/>
                  <a:pt x="456" y="495"/>
                </a:cubicBezTo>
                <a:close/>
                <a:moveTo>
                  <a:pt x="346" y="479"/>
                </a:moveTo>
                <a:lnTo>
                  <a:pt x="346" y="479"/>
                </a:lnTo>
                <a:cubicBezTo>
                  <a:pt x="346" y="495"/>
                  <a:pt x="332" y="508"/>
                  <a:pt x="316" y="508"/>
                </a:cubicBezTo>
                <a:lnTo>
                  <a:pt x="316" y="508"/>
                </a:lnTo>
                <a:cubicBezTo>
                  <a:pt x="300" y="508"/>
                  <a:pt x="287" y="495"/>
                  <a:pt x="287" y="479"/>
                </a:cubicBezTo>
                <a:lnTo>
                  <a:pt x="287" y="479"/>
                </a:lnTo>
                <a:cubicBezTo>
                  <a:pt x="287" y="463"/>
                  <a:pt x="300" y="450"/>
                  <a:pt x="316" y="450"/>
                </a:cubicBezTo>
                <a:lnTo>
                  <a:pt x="316" y="450"/>
                </a:lnTo>
                <a:cubicBezTo>
                  <a:pt x="332" y="450"/>
                  <a:pt x="346" y="463"/>
                  <a:pt x="346" y="479"/>
                </a:cubicBezTo>
                <a:close/>
                <a:moveTo>
                  <a:pt x="216" y="533"/>
                </a:moveTo>
                <a:lnTo>
                  <a:pt x="216" y="533"/>
                </a:lnTo>
                <a:cubicBezTo>
                  <a:pt x="216" y="548"/>
                  <a:pt x="203" y="562"/>
                  <a:pt x="187" y="562"/>
                </a:cubicBezTo>
                <a:lnTo>
                  <a:pt x="187" y="562"/>
                </a:lnTo>
                <a:cubicBezTo>
                  <a:pt x="171" y="562"/>
                  <a:pt x="158" y="548"/>
                  <a:pt x="158" y="533"/>
                </a:cubicBezTo>
                <a:lnTo>
                  <a:pt x="158" y="533"/>
                </a:lnTo>
                <a:cubicBezTo>
                  <a:pt x="158" y="517"/>
                  <a:pt x="171" y="503"/>
                  <a:pt x="187" y="503"/>
                </a:cubicBezTo>
                <a:lnTo>
                  <a:pt x="187" y="503"/>
                </a:lnTo>
                <a:cubicBezTo>
                  <a:pt x="203" y="503"/>
                  <a:pt x="216" y="517"/>
                  <a:pt x="216" y="533"/>
                </a:cubicBezTo>
                <a:close/>
                <a:moveTo>
                  <a:pt x="47" y="493"/>
                </a:moveTo>
                <a:lnTo>
                  <a:pt x="47" y="493"/>
                </a:lnTo>
                <a:cubicBezTo>
                  <a:pt x="30" y="493"/>
                  <a:pt x="17" y="480"/>
                  <a:pt x="17" y="464"/>
                </a:cubicBezTo>
                <a:lnTo>
                  <a:pt x="17" y="464"/>
                </a:lnTo>
                <a:cubicBezTo>
                  <a:pt x="17" y="448"/>
                  <a:pt x="30" y="435"/>
                  <a:pt x="47" y="435"/>
                </a:cubicBezTo>
                <a:lnTo>
                  <a:pt x="47" y="435"/>
                </a:lnTo>
                <a:cubicBezTo>
                  <a:pt x="63" y="435"/>
                  <a:pt x="75" y="448"/>
                  <a:pt x="75" y="464"/>
                </a:cubicBezTo>
                <a:lnTo>
                  <a:pt x="75" y="464"/>
                </a:lnTo>
                <a:cubicBezTo>
                  <a:pt x="75" y="480"/>
                  <a:pt x="63" y="493"/>
                  <a:pt x="47" y="493"/>
                </a:cubicBezTo>
                <a:close/>
                <a:moveTo>
                  <a:pt x="582" y="236"/>
                </a:moveTo>
                <a:lnTo>
                  <a:pt x="582" y="236"/>
                </a:lnTo>
                <a:cubicBezTo>
                  <a:pt x="590" y="216"/>
                  <a:pt x="595" y="195"/>
                  <a:pt x="595" y="173"/>
                </a:cubicBezTo>
                <a:lnTo>
                  <a:pt x="595" y="173"/>
                </a:lnTo>
                <a:cubicBezTo>
                  <a:pt x="595" y="78"/>
                  <a:pt x="517" y="0"/>
                  <a:pt x="422" y="0"/>
                </a:cubicBezTo>
                <a:lnTo>
                  <a:pt x="422" y="0"/>
                </a:lnTo>
                <a:cubicBezTo>
                  <a:pt x="364" y="0"/>
                  <a:pt x="310" y="30"/>
                  <a:pt x="278" y="78"/>
                </a:cubicBezTo>
                <a:lnTo>
                  <a:pt x="278" y="78"/>
                </a:lnTo>
                <a:cubicBezTo>
                  <a:pt x="258" y="67"/>
                  <a:pt x="236" y="62"/>
                  <a:pt x="214" y="62"/>
                </a:cubicBezTo>
                <a:lnTo>
                  <a:pt x="214" y="62"/>
                </a:lnTo>
                <a:cubicBezTo>
                  <a:pt x="137" y="62"/>
                  <a:pt x="74" y="125"/>
                  <a:pt x="74" y="201"/>
                </a:cubicBezTo>
                <a:lnTo>
                  <a:pt x="74" y="201"/>
                </a:lnTo>
                <a:cubicBezTo>
                  <a:pt x="32" y="209"/>
                  <a:pt x="0" y="246"/>
                  <a:pt x="0" y="289"/>
                </a:cubicBezTo>
                <a:lnTo>
                  <a:pt x="0" y="289"/>
                </a:lnTo>
                <a:cubicBezTo>
                  <a:pt x="0" y="334"/>
                  <a:pt x="34" y="373"/>
                  <a:pt x="79" y="377"/>
                </a:cubicBezTo>
                <a:lnTo>
                  <a:pt x="79" y="377"/>
                </a:lnTo>
                <a:cubicBezTo>
                  <a:pt x="80" y="378"/>
                  <a:pt x="81" y="379"/>
                  <a:pt x="83" y="379"/>
                </a:cubicBezTo>
                <a:lnTo>
                  <a:pt x="83" y="379"/>
                </a:lnTo>
                <a:lnTo>
                  <a:pt x="107" y="379"/>
                </a:lnTo>
                <a:lnTo>
                  <a:pt x="107" y="410"/>
                </a:lnTo>
                <a:lnTo>
                  <a:pt x="107" y="410"/>
                </a:lnTo>
                <a:cubicBezTo>
                  <a:pt x="107" y="416"/>
                  <a:pt x="103" y="422"/>
                  <a:pt x="97" y="426"/>
                </a:cubicBezTo>
                <a:lnTo>
                  <a:pt x="82" y="435"/>
                </a:lnTo>
                <a:lnTo>
                  <a:pt x="82" y="435"/>
                </a:lnTo>
                <a:cubicBezTo>
                  <a:pt x="74" y="425"/>
                  <a:pt x="61" y="418"/>
                  <a:pt x="47" y="418"/>
                </a:cubicBezTo>
                <a:lnTo>
                  <a:pt x="47" y="418"/>
                </a:lnTo>
                <a:cubicBezTo>
                  <a:pt x="21" y="418"/>
                  <a:pt x="1" y="438"/>
                  <a:pt x="1" y="464"/>
                </a:cubicBezTo>
                <a:lnTo>
                  <a:pt x="1" y="464"/>
                </a:lnTo>
                <a:cubicBezTo>
                  <a:pt x="1" y="489"/>
                  <a:pt x="21" y="510"/>
                  <a:pt x="47" y="510"/>
                </a:cubicBezTo>
                <a:lnTo>
                  <a:pt x="47" y="510"/>
                </a:lnTo>
                <a:cubicBezTo>
                  <a:pt x="72" y="510"/>
                  <a:pt x="92" y="489"/>
                  <a:pt x="92" y="464"/>
                </a:cubicBezTo>
                <a:lnTo>
                  <a:pt x="92" y="464"/>
                </a:lnTo>
                <a:cubicBezTo>
                  <a:pt x="92" y="459"/>
                  <a:pt x="91" y="454"/>
                  <a:pt x="90" y="450"/>
                </a:cubicBezTo>
                <a:lnTo>
                  <a:pt x="107" y="440"/>
                </a:lnTo>
                <a:lnTo>
                  <a:pt x="107" y="440"/>
                </a:lnTo>
                <a:cubicBezTo>
                  <a:pt x="117" y="434"/>
                  <a:pt x="123" y="422"/>
                  <a:pt x="123" y="410"/>
                </a:cubicBezTo>
                <a:lnTo>
                  <a:pt x="123" y="379"/>
                </a:lnTo>
                <a:lnTo>
                  <a:pt x="234" y="379"/>
                </a:lnTo>
                <a:lnTo>
                  <a:pt x="233" y="398"/>
                </a:lnTo>
                <a:lnTo>
                  <a:pt x="206" y="407"/>
                </a:lnTo>
                <a:lnTo>
                  <a:pt x="206" y="407"/>
                </a:lnTo>
                <a:cubicBezTo>
                  <a:pt x="189" y="412"/>
                  <a:pt x="179" y="427"/>
                  <a:pt x="179" y="445"/>
                </a:cubicBezTo>
                <a:lnTo>
                  <a:pt x="179" y="487"/>
                </a:lnTo>
                <a:lnTo>
                  <a:pt x="179" y="487"/>
                </a:lnTo>
                <a:cubicBezTo>
                  <a:pt x="157" y="492"/>
                  <a:pt x="141" y="510"/>
                  <a:pt x="141" y="533"/>
                </a:cubicBezTo>
                <a:lnTo>
                  <a:pt x="141" y="533"/>
                </a:lnTo>
                <a:cubicBezTo>
                  <a:pt x="141" y="558"/>
                  <a:pt x="162" y="579"/>
                  <a:pt x="187" y="579"/>
                </a:cubicBezTo>
                <a:lnTo>
                  <a:pt x="187" y="579"/>
                </a:lnTo>
                <a:cubicBezTo>
                  <a:pt x="212" y="579"/>
                  <a:pt x="233" y="558"/>
                  <a:pt x="233" y="533"/>
                </a:cubicBezTo>
                <a:lnTo>
                  <a:pt x="233" y="533"/>
                </a:lnTo>
                <a:cubicBezTo>
                  <a:pt x="233" y="510"/>
                  <a:pt x="217" y="492"/>
                  <a:pt x="195" y="487"/>
                </a:cubicBezTo>
                <a:lnTo>
                  <a:pt x="195" y="445"/>
                </a:lnTo>
                <a:lnTo>
                  <a:pt x="195" y="445"/>
                </a:lnTo>
                <a:cubicBezTo>
                  <a:pt x="195" y="434"/>
                  <a:pt x="201" y="426"/>
                  <a:pt x="211" y="422"/>
                </a:cubicBezTo>
                <a:lnTo>
                  <a:pt x="243" y="412"/>
                </a:lnTo>
                <a:lnTo>
                  <a:pt x="243" y="412"/>
                </a:lnTo>
                <a:cubicBezTo>
                  <a:pt x="246" y="410"/>
                  <a:pt x="248" y="408"/>
                  <a:pt x="248" y="404"/>
                </a:cubicBezTo>
                <a:lnTo>
                  <a:pt x="250" y="379"/>
                </a:lnTo>
                <a:lnTo>
                  <a:pt x="325" y="379"/>
                </a:lnTo>
                <a:lnTo>
                  <a:pt x="325" y="379"/>
                </a:lnTo>
                <a:cubicBezTo>
                  <a:pt x="313" y="389"/>
                  <a:pt x="302" y="403"/>
                  <a:pt x="304" y="416"/>
                </a:cubicBezTo>
                <a:lnTo>
                  <a:pt x="304" y="435"/>
                </a:lnTo>
                <a:lnTo>
                  <a:pt x="304" y="435"/>
                </a:lnTo>
                <a:cubicBezTo>
                  <a:pt x="285" y="441"/>
                  <a:pt x="270" y="459"/>
                  <a:pt x="270" y="479"/>
                </a:cubicBezTo>
                <a:lnTo>
                  <a:pt x="270" y="479"/>
                </a:lnTo>
                <a:cubicBezTo>
                  <a:pt x="270" y="505"/>
                  <a:pt x="291" y="525"/>
                  <a:pt x="316" y="525"/>
                </a:cubicBezTo>
                <a:lnTo>
                  <a:pt x="316" y="525"/>
                </a:lnTo>
                <a:cubicBezTo>
                  <a:pt x="341" y="525"/>
                  <a:pt x="362" y="505"/>
                  <a:pt x="362" y="479"/>
                </a:cubicBezTo>
                <a:lnTo>
                  <a:pt x="362" y="479"/>
                </a:lnTo>
                <a:cubicBezTo>
                  <a:pt x="362" y="455"/>
                  <a:pt x="343" y="435"/>
                  <a:pt x="320" y="433"/>
                </a:cubicBezTo>
                <a:lnTo>
                  <a:pt x="320" y="416"/>
                </a:lnTo>
                <a:lnTo>
                  <a:pt x="320" y="416"/>
                </a:lnTo>
                <a:cubicBezTo>
                  <a:pt x="320" y="415"/>
                  <a:pt x="320" y="415"/>
                  <a:pt x="320" y="415"/>
                </a:cubicBezTo>
                <a:lnTo>
                  <a:pt x="320" y="415"/>
                </a:lnTo>
                <a:cubicBezTo>
                  <a:pt x="319" y="406"/>
                  <a:pt x="337" y="388"/>
                  <a:pt x="351" y="379"/>
                </a:cubicBezTo>
                <a:lnTo>
                  <a:pt x="392" y="379"/>
                </a:lnTo>
                <a:lnTo>
                  <a:pt x="394" y="401"/>
                </a:lnTo>
                <a:lnTo>
                  <a:pt x="394" y="401"/>
                </a:lnTo>
                <a:cubicBezTo>
                  <a:pt x="394" y="404"/>
                  <a:pt x="396" y="407"/>
                  <a:pt x="400" y="409"/>
                </a:cubicBezTo>
                <a:lnTo>
                  <a:pt x="430" y="419"/>
                </a:lnTo>
                <a:lnTo>
                  <a:pt x="430" y="419"/>
                </a:lnTo>
                <a:cubicBezTo>
                  <a:pt x="441" y="422"/>
                  <a:pt x="447" y="432"/>
                  <a:pt x="447" y="442"/>
                </a:cubicBezTo>
                <a:lnTo>
                  <a:pt x="447" y="479"/>
                </a:lnTo>
                <a:lnTo>
                  <a:pt x="447" y="479"/>
                </a:lnTo>
                <a:cubicBezTo>
                  <a:pt x="426" y="483"/>
                  <a:pt x="411" y="501"/>
                  <a:pt x="411" y="524"/>
                </a:cubicBezTo>
                <a:lnTo>
                  <a:pt x="411" y="524"/>
                </a:lnTo>
                <a:cubicBezTo>
                  <a:pt x="411" y="549"/>
                  <a:pt x="431" y="570"/>
                  <a:pt x="456" y="570"/>
                </a:cubicBezTo>
                <a:lnTo>
                  <a:pt x="456" y="570"/>
                </a:lnTo>
                <a:cubicBezTo>
                  <a:pt x="482" y="570"/>
                  <a:pt x="502" y="549"/>
                  <a:pt x="502" y="524"/>
                </a:cubicBezTo>
                <a:lnTo>
                  <a:pt x="502" y="524"/>
                </a:lnTo>
                <a:cubicBezTo>
                  <a:pt x="502" y="501"/>
                  <a:pt x="486" y="483"/>
                  <a:pt x="464" y="479"/>
                </a:cubicBezTo>
                <a:lnTo>
                  <a:pt x="464" y="442"/>
                </a:lnTo>
                <a:lnTo>
                  <a:pt x="464" y="442"/>
                </a:lnTo>
                <a:cubicBezTo>
                  <a:pt x="464" y="425"/>
                  <a:pt x="453" y="409"/>
                  <a:pt x="436" y="403"/>
                </a:cubicBezTo>
                <a:lnTo>
                  <a:pt x="411" y="394"/>
                </a:lnTo>
                <a:lnTo>
                  <a:pt x="409" y="378"/>
                </a:lnTo>
                <a:lnTo>
                  <a:pt x="502" y="378"/>
                </a:lnTo>
                <a:lnTo>
                  <a:pt x="502" y="405"/>
                </a:lnTo>
                <a:lnTo>
                  <a:pt x="502" y="405"/>
                </a:lnTo>
                <a:cubicBezTo>
                  <a:pt x="502" y="418"/>
                  <a:pt x="508" y="429"/>
                  <a:pt x="519" y="436"/>
                </a:cubicBezTo>
                <a:lnTo>
                  <a:pt x="535" y="446"/>
                </a:lnTo>
                <a:lnTo>
                  <a:pt x="535" y="446"/>
                </a:lnTo>
                <a:cubicBezTo>
                  <a:pt x="533" y="450"/>
                  <a:pt x="532" y="454"/>
                  <a:pt x="532" y="459"/>
                </a:cubicBezTo>
                <a:lnTo>
                  <a:pt x="532" y="459"/>
                </a:lnTo>
                <a:cubicBezTo>
                  <a:pt x="532" y="485"/>
                  <a:pt x="553" y="505"/>
                  <a:pt x="578" y="505"/>
                </a:cubicBezTo>
                <a:lnTo>
                  <a:pt x="578" y="505"/>
                </a:lnTo>
                <a:cubicBezTo>
                  <a:pt x="603" y="505"/>
                  <a:pt x="624" y="485"/>
                  <a:pt x="624" y="459"/>
                </a:cubicBezTo>
                <a:lnTo>
                  <a:pt x="624" y="459"/>
                </a:lnTo>
                <a:cubicBezTo>
                  <a:pt x="624" y="434"/>
                  <a:pt x="603" y="414"/>
                  <a:pt x="578" y="414"/>
                </a:cubicBezTo>
                <a:lnTo>
                  <a:pt x="578" y="414"/>
                </a:lnTo>
                <a:cubicBezTo>
                  <a:pt x="563" y="414"/>
                  <a:pt x="551" y="420"/>
                  <a:pt x="543" y="431"/>
                </a:cubicBezTo>
                <a:lnTo>
                  <a:pt x="527" y="422"/>
                </a:lnTo>
                <a:lnTo>
                  <a:pt x="527" y="422"/>
                </a:lnTo>
                <a:cubicBezTo>
                  <a:pt x="522" y="418"/>
                  <a:pt x="518" y="412"/>
                  <a:pt x="518" y="405"/>
                </a:cubicBezTo>
                <a:lnTo>
                  <a:pt x="518" y="378"/>
                </a:lnTo>
                <a:lnTo>
                  <a:pt x="573" y="378"/>
                </a:lnTo>
                <a:lnTo>
                  <a:pt x="573" y="378"/>
                </a:lnTo>
                <a:cubicBezTo>
                  <a:pt x="577" y="379"/>
                  <a:pt x="580" y="379"/>
                  <a:pt x="583" y="378"/>
                </a:cubicBezTo>
                <a:lnTo>
                  <a:pt x="585" y="378"/>
                </a:lnTo>
                <a:lnTo>
                  <a:pt x="585" y="378"/>
                </a:lnTo>
                <a:cubicBezTo>
                  <a:pt x="587" y="378"/>
                  <a:pt x="588" y="378"/>
                  <a:pt x="589" y="377"/>
                </a:cubicBezTo>
                <a:lnTo>
                  <a:pt x="589" y="377"/>
                </a:lnTo>
                <a:cubicBezTo>
                  <a:pt x="620" y="372"/>
                  <a:pt x="644" y="342"/>
                  <a:pt x="644" y="307"/>
                </a:cubicBezTo>
                <a:lnTo>
                  <a:pt x="644" y="307"/>
                </a:lnTo>
                <a:cubicBezTo>
                  <a:pt x="644" y="288"/>
                  <a:pt x="637" y="270"/>
                  <a:pt x="625" y="258"/>
                </a:cubicBezTo>
                <a:lnTo>
                  <a:pt x="625" y="258"/>
                </a:lnTo>
                <a:cubicBezTo>
                  <a:pt x="614" y="245"/>
                  <a:pt x="598" y="237"/>
                  <a:pt x="582" y="236"/>
                </a:cubicBezTo>
                <a:close/>
              </a:path>
            </a:pathLst>
          </a:custGeom>
          <a:solidFill>
            <a:srgbClr val="B9CE1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7" name="Freeform 30">
            <a:extLst>
              <a:ext uri="{FF2B5EF4-FFF2-40B4-BE49-F238E27FC236}">
                <a16:creationId xmlns:a16="http://schemas.microsoft.com/office/drawing/2014/main" id="{97D34CD3-7FB7-4C94-BA4F-E94E5C13DD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0473" y="1929087"/>
            <a:ext cx="400369" cy="235576"/>
          </a:xfrm>
          <a:custGeom>
            <a:avLst/>
            <a:gdLst>
              <a:gd name="connsiteX0" fmla="*/ 630656 w 800738"/>
              <a:gd name="connsiteY0" fmla="*/ 345385 h 471152"/>
              <a:gd name="connsiteX1" fmla="*/ 630656 w 800738"/>
              <a:gd name="connsiteY1" fmla="*/ 372948 h 471152"/>
              <a:gd name="connsiteX2" fmla="*/ 658974 w 800738"/>
              <a:gd name="connsiteY2" fmla="*/ 372948 h 471152"/>
              <a:gd name="connsiteX3" fmla="*/ 658974 w 800738"/>
              <a:gd name="connsiteY3" fmla="*/ 345385 h 471152"/>
              <a:gd name="connsiteX4" fmla="*/ 510176 w 800738"/>
              <a:gd name="connsiteY4" fmla="*/ 345385 h 471152"/>
              <a:gd name="connsiteX5" fmla="*/ 510176 w 800738"/>
              <a:gd name="connsiteY5" fmla="*/ 372948 h 471152"/>
              <a:gd name="connsiteX6" fmla="*/ 537738 w 800738"/>
              <a:gd name="connsiteY6" fmla="*/ 372948 h 471152"/>
              <a:gd name="connsiteX7" fmla="*/ 537738 w 800738"/>
              <a:gd name="connsiteY7" fmla="*/ 345385 h 471152"/>
              <a:gd name="connsiteX8" fmla="*/ 389328 w 800738"/>
              <a:gd name="connsiteY8" fmla="*/ 345385 h 471152"/>
              <a:gd name="connsiteX9" fmla="*/ 389328 w 800738"/>
              <a:gd name="connsiteY9" fmla="*/ 372948 h 471152"/>
              <a:gd name="connsiteX10" fmla="*/ 416890 w 800738"/>
              <a:gd name="connsiteY10" fmla="*/ 372948 h 471152"/>
              <a:gd name="connsiteX11" fmla="*/ 416890 w 800738"/>
              <a:gd name="connsiteY11" fmla="*/ 345385 h 471152"/>
              <a:gd name="connsiteX12" fmla="*/ 269736 w 800738"/>
              <a:gd name="connsiteY12" fmla="*/ 345385 h 471152"/>
              <a:gd name="connsiteX13" fmla="*/ 269736 w 800738"/>
              <a:gd name="connsiteY13" fmla="*/ 372948 h 471152"/>
              <a:gd name="connsiteX14" fmla="*/ 297298 w 800738"/>
              <a:gd name="connsiteY14" fmla="*/ 372948 h 471152"/>
              <a:gd name="connsiteX15" fmla="*/ 297298 w 800738"/>
              <a:gd name="connsiteY15" fmla="*/ 345385 h 471152"/>
              <a:gd name="connsiteX16" fmla="*/ 630656 w 800738"/>
              <a:gd name="connsiteY16" fmla="*/ 324087 h 471152"/>
              <a:gd name="connsiteX17" fmla="*/ 658974 w 800738"/>
              <a:gd name="connsiteY17" fmla="*/ 324087 h 471152"/>
              <a:gd name="connsiteX18" fmla="*/ 679906 w 800738"/>
              <a:gd name="connsiteY18" fmla="*/ 345385 h 471152"/>
              <a:gd name="connsiteX19" fmla="*/ 679906 w 800738"/>
              <a:gd name="connsiteY19" fmla="*/ 372948 h 471152"/>
              <a:gd name="connsiteX20" fmla="*/ 658974 w 800738"/>
              <a:gd name="connsiteY20" fmla="*/ 394246 h 471152"/>
              <a:gd name="connsiteX21" fmla="*/ 630656 w 800738"/>
              <a:gd name="connsiteY21" fmla="*/ 394246 h 471152"/>
              <a:gd name="connsiteX22" fmla="*/ 609726 w 800738"/>
              <a:gd name="connsiteY22" fmla="*/ 372948 h 471152"/>
              <a:gd name="connsiteX23" fmla="*/ 609726 w 800738"/>
              <a:gd name="connsiteY23" fmla="*/ 345385 h 471152"/>
              <a:gd name="connsiteX24" fmla="*/ 630656 w 800738"/>
              <a:gd name="connsiteY24" fmla="*/ 324087 h 471152"/>
              <a:gd name="connsiteX25" fmla="*/ 510176 w 800738"/>
              <a:gd name="connsiteY25" fmla="*/ 324087 h 471152"/>
              <a:gd name="connsiteX26" fmla="*/ 537738 w 800738"/>
              <a:gd name="connsiteY26" fmla="*/ 324087 h 471152"/>
              <a:gd name="connsiteX27" fmla="*/ 559036 w 800738"/>
              <a:gd name="connsiteY27" fmla="*/ 345385 h 471152"/>
              <a:gd name="connsiteX28" fmla="*/ 559036 w 800738"/>
              <a:gd name="connsiteY28" fmla="*/ 372948 h 471152"/>
              <a:gd name="connsiteX29" fmla="*/ 537738 w 800738"/>
              <a:gd name="connsiteY29" fmla="*/ 394246 h 471152"/>
              <a:gd name="connsiteX30" fmla="*/ 510176 w 800738"/>
              <a:gd name="connsiteY30" fmla="*/ 394246 h 471152"/>
              <a:gd name="connsiteX31" fmla="*/ 488878 w 800738"/>
              <a:gd name="connsiteY31" fmla="*/ 372948 h 471152"/>
              <a:gd name="connsiteX32" fmla="*/ 488878 w 800738"/>
              <a:gd name="connsiteY32" fmla="*/ 345385 h 471152"/>
              <a:gd name="connsiteX33" fmla="*/ 510176 w 800738"/>
              <a:gd name="connsiteY33" fmla="*/ 324087 h 471152"/>
              <a:gd name="connsiteX34" fmla="*/ 389328 w 800738"/>
              <a:gd name="connsiteY34" fmla="*/ 324087 h 471152"/>
              <a:gd name="connsiteX35" fmla="*/ 416890 w 800738"/>
              <a:gd name="connsiteY35" fmla="*/ 324087 h 471152"/>
              <a:gd name="connsiteX36" fmla="*/ 438188 w 800738"/>
              <a:gd name="connsiteY36" fmla="*/ 345385 h 471152"/>
              <a:gd name="connsiteX37" fmla="*/ 438188 w 800738"/>
              <a:gd name="connsiteY37" fmla="*/ 372948 h 471152"/>
              <a:gd name="connsiteX38" fmla="*/ 416890 w 800738"/>
              <a:gd name="connsiteY38" fmla="*/ 394246 h 471152"/>
              <a:gd name="connsiteX39" fmla="*/ 389328 w 800738"/>
              <a:gd name="connsiteY39" fmla="*/ 394246 h 471152"/>
              <a:gd name="connsiteX40" fmla="*/ 368030 w 800738"/>
              <a:gd name="connsiteY40" fmla="*/ 372948 h 471152"/>
              <a:gd name="connsiteX41" fmla="*/ 368030 w 800738"/>
              <a:gd name="connsiteY41" fmla="*/ 345385 h 471152"/>
              <a:gd name="connsiteX42" fmla="*/ 389328 w 800738"/>
              <a:gd name="connsiteY42" fmla="*/ 324087 h 471152"/>
              <a:gd name="connsiteX43" fmla="*/ 269736 w 800738"/>
              <a:gd name="connsiteY43" fmla="*/ 324087 h 471152"/>
              <a:gd name="connsiteX44" fmla="*/ 297298 w 800738"/>
              <a:gd name="connsiteY44" fmla="*/ 324087 h 471152"/>
              <a:gd name="connsiteX45" fmla="*/ 317344 w 800738"/>
              <a:gd name="connsiteY45" fmla="*/ 345385 h 471152"/>
              <a:gd name="connsiteX46" fmla="*/ 317344 w 800738"/>
              <a:gd name="connsiteY46" fmla="*/ 372948 h 471152"/>
              <a:gd name="connsiteX47" fmla="*/ 297298 w 800738"/>
              <a:gd name="connsiteY47" fmla="*/ 394246 h 471152"/>
              <a:gd name="connsiteX48" fmla="*/ 269736 w 800738"/>
              <a:gd name="connsiteY48" fmla="*/ 394246 h 471152"/>
              <a:gd name="connsiteX49" fmla="*/ 247184 w 800738"/>
              <a:gd name="connsiteY49" fmla="*/ 372948 h 471152"/>
              <a:gd name="connsiteX50" fmla="*/ 247184 w 800738"/>
              <a:gd name="connsiteY50" fmla="*/ 345385 h 471152"/>
              <a:gd name="connsiteX51" fmla="*/ 269736 w 800738"/>
              <a:gd name="connsiteY51" fmla="*/ 324087 h 471152"/>
              <a:gd name="connsiteX52" fmla="*/ 147634 w 800738"/>
              <a:gd name="connsiteY52" fmla="*/ 223285 h 471152"/>
              <a:gd name="connsiteX53" fmla="*/ 147634 w 800738"/>
              <a:gd name="connsiteY53" fmla="*/ 250847 h 471152"/>
              <a:gd name="connsiteX54" fmla="*/ 175197 w 800738"/>
              <a:gd name="connsiteY54" fmla="*/ 250847 h 471152"/>
              <a:gd name="connsiteX55" fmla="*/ 175197 w 800738"/>
              <a:gd name="connsiteY55" fmla="*/ 223285 h 471152"/>
              <a:gd name="connsiteX56" fmla="*/ 147634 w 800738"/>
              <a:gd name="connsiteY56" fmla="*/ 203239 h 471152"/>
              <a:gd name="connsiteX57" fmla="*/ 175197 w 800738"/>
              <a:gd name="connsiteY57" fmla="*/ 203239 h 471152"/>
              <a:gd name="connsiteX58" fmla="*/ 196495 w 800738"/>
              <a:gd name="connsiteY58" fmla="*/ 223285 h 471152"/>
              <a:gd name="connsiteX59" fmla="*/ 196495 w 800738"/>
              <a:gd name="connsiteY59" fmla="*/ 250847 h 471152"/>
              <a:gd name="connsiteX60" fmla="*/ 175197 w 800738"/>
              <a:gd name="connsiteY60" fmla="*/ 273398 h 471152"/>
              <a:gd name="connsiteX61" fmla="*/ 147634 w 800738"/>
              <a:gd name="connsiteY61" fmla="*/ 273398 h 471152"/>
              <a:gd name="connsiteX62" fmla="*/ 126336 w 800738"/>
              <a:gd name="connsiteY62" fmla="*/ 250847 h 471152"/>
              <a:gd name="connsiteX63" fmla="*/ 126336 w 800738"/>
              <a:gd name="connsiteY63" fmla="*/ 223285 h 471152"/>
              <a:gd name="connsiteX64" fmla="*/ 147634 w 800738"/>
              <a:gd name="connsiteY64" fmla="*/ 203239 h 471152"/>
              <a:gd name="connsiteX65" fmla="*/ 540062 w 800738"/>
              <a:gd name="connsiteY65" fmla="*/ 144970 h 471152"/>
              <a:gd name="connsiteX66" fmla="*/ 406606 w 800738"/>
              <a:gd name="connsiteY66" fmla="*/ 247449 h 471152"/>
              <a:gd name="connsiteX67" fmla="*/ 397874 w 800738"/>
              <a:gd name="connsiteY67" fmla="*/ 254947 h 471152"/>
              <a:gd name="connsiteX68" fmla="*/ 387896 w 800738"/>
              <a:gd name="connsiteY68" fmla="*/ 249948 h 471152"/>
              <a:gd name="connsiteX69" fmla="*/ 310566 w 800738"/>
              <a:gd name="connsiteY69" fmla="*/ 208707 h 471152"/>
              <a:gd name="connsiteX70" fmla="*/ 217022 w 800738"/>
              <a:gd name="connsiteY70" fmla="*/ 302437 h 471152"/>
              <a:gd name="connsiteX71" fmla="*/ 217022 w 800738"/>
              <a:gd name="connsiteY71" fmla="*/ 304937 h 471152"/>
              <a:gd name="connsiteX72" fmla="*/ 217022 w 800738"/>
              <a:gd name="connsiteY72" fmla="*/ 306187 h 471152"/>
              <a:gd name="connsiteX73" fmla="*/ 214528 w 800738"/>
              <a:gd name="connsiteY73" fmla="*/ 314935 h 471152"/>
              <a:gd name="connsiteX74" fmla="*/ 207044 w 800738"/>
              <a:gd name="connsiteY74" fmla="*/ 317434 h 471152"/>
              <a:gd name="connsiteX75" fmla="*/ 204550 w 800738"/>
              <a:gd name="connsiteY75" fmla="*/ 317434 h 471152"/>
              <a:gd name="connsiteX76" fmla="*/ 202056 w 800738"/>
              <a:gd name="connsiteY76" fmla="*/ 317434 h 471152"/>
              <a:gd name="connsiteX77" fmla="*/ 135951 w 800738"/>
              <a:gd name="connsiteY77" fmla="*/ 383671 h 471152"/>
              <a:gd name="connsiteX78" fmla="*/ 202056 w 800738"/>
              <a:gd name="connsiteY78" fmla="*/ 451157 h 471152"/>
              <a:gd name="connsiteX79" fmla="*/ 204550 w 800738"/>
              <a:gd name="connsiteY79" fmla="*/ 451157 h 471152"/>
              <a:gd name="connsiteX80" fmla="*/ 207044 w 800738"/>
              <a:gd name="connsiteY80" fmla="*/ 451157 h 471152"/>
              <a:gd name="connsiteX81" fmla="*/ 208292 w 800738"/>
              <a:gd name="connsiteY81" fmla="*/ 451157 h 471152"/>
              <a:gd name="connsiteX82" fmla="*/ 713430 w 800738"/>
              <a:gd name="connsiteY82" fmla="*/ 451157 h 471152"/>
              <a:gd name="connsiteX83" fmla="*/ 779534 w 800738"/>
              <a:gd name="connsiteY83" fmla="*/ 383671 h 471152"/>
              <a:gd name="connsiteX84" fmla="*/ 713430 w 800738"/>
              <a:gd name="connsiteY84" fmla="*/ 317434 h 471152"/>
              <a:gd name="connsiteX85" fmla="*/ 692226 w 800738"/>
              <a:gd name="connsiteY85" fmla="*/ 321184 h 471152"/>
              <a:gd name="connsiteX86" fmla="*/ 681002 w 800738"/>
              <a:gd name="connsiteY86" fmla="*/ 318684 h 471152"/>
              <a:gd name="connsiteX87" fmla="*/ 678506 w 800738"/>
              <a:gd name="connsiteY87" fmla="*/ 308686 h 471152"/>
              <a:gd name="connsiteX88" fmla="*/ 679754 w 800738"/>
              <a:gd name="connsiteY88" fmla="*/ 284941 h 471152"/>
              <a:gd name="connsiteX89" fmla="*/ 574984 w 800738"/>
              <a:gd name="connsiteY89" fmla="*/ 149969 h 471152"/>
              <a:gd name="connsiteX90" fmla="*/ 569996 w 800738"/>
              <a:gd name="connsiteY90" fmla="*/ 148719 h 471152"/>
              <a:gd name="connsiteX91" fmla="*/ 540062 w 800738"/>
              <a:gd name="connsiteY91" fmla="*/ 144970 h 471152"/>
              <a:gd name="connsiteX92" fmla="*/ 425314 w 800738"/>
              <a:gd name="connsiteY92" fmla="*/ 21246 h 471152"/>
              <a:gd name="connsiteX93" fmla="*/ 291858 w 800738"/>
              <a:gd name="connsiteY93" fmla="*/ 123724 h 471152"/>
              <a:gd name="connsiteX94" fmla="*/ 283126 w 800738"/>
              <a:gd name="connsiteY94" fmla="*/ 131223 h 471152"/>
              <a:gd name="connsiteX95" fmla="*/ 273148 w 800738"/>
              <a:gd name="connsiteY95" fmla="*/ 126224 h 471152"/>
              <a:gd name="connsiteX96" fmla="*/ 194572 w 800738"/>
              <a:gd name="connsiteY96" fmla="*/ 84982 h 471152"/>
              <a:gd name="connsiteX97" fmla="*/ 102275 w 800738"/>
              <a:gd name="connsiteY97" fmla="*/ 178713 h 471152"/>
              <a:gd name="connsiteX98" fmla="*/ 102275 w 800738"/>
              <a:gd name="connsiteY98" fmla="*/ 179963 h 471152"/>
              <a:gd name="connsiteX99" fmla="*/ 102275 w 800738"/>
              <a:gd name="connsiteY99" fmla="*/ 182462 h 471152"/>
              <a:gd name="connsiteX100" fmla="*/ 98533 w 800738"/>
              <a:gd name="connsiteY100" fmla="*/ 189961 h 471152"/>
              <a:gd name="connsiteX101" fmla="*/ 91050 w 800738"/>
              <a:gd name="connsiteY101" fmla="*/ 193710 h 471152"/>
              <a:gd name="connsiteX102" fmla="*/ 89802 w 800738"/>
              <a:gd name="connsiteY102" fmla="*/ 193710 h 471152"/>
              <a:gd name="connsiteX103" fmla="*/ 87308 w 800738"/>
              <a:gd name="connsiteY103" fmla="*/ 193710 h 471152"/>
              <a:gd name="connsiteX104" fmla="*/ 21203 w 800738"/>
              <a:gd name="connsiteY104" fmla="*/ 259946 h 471152"/>
              <a:gd name="connsiteX105" fmla="*/ 87308 w 800738"/>
              <a:gd name="connsiteY105" fmla="*/ 326182 h 471152"/>
              <a:gd name="connsiteX106" fmla="*/ 89802 w 800738"/>
              <a:gd name="connsiteY106" fmla="*/ 326182 h 471152"/>
              <a:gd name="connsiteX107" fmla="*/ 91050 w 800738"/>
              <a:gd name="connsiteY107" fmla="*/ 326182 h 471152"/>
              <a:gd name="connsiteX108" fmla="*/ 93544 w 800738"/>
              <a:gd name="connsiteY108" fmla="*/ 326182 h 471152"/>
              <a:gd name="connsiteX109" fmla="*/ 135951 w 800738"/>
              <a:gd name="connsiteY109" fmla="*/ 327432 h 471152"/>
              <a:gd name="connsiteX110" fmla="*/ 197066 w 800738"/>
              <a:gd name="connsiteY110" fmla="*/ 296189 h 471152"/>
              <a:gd name="connsiteX111" fmla="*/ 310566 w 800738"/>
              <a:gd name="connsiteY111" fmla="*/ 188711 h 471152"/>
              <a:gd name="connsiteX112" fmla="*/ 392886 w 800738"/>
              <a:gd name="connsiteY112" fmla="*/ 223704 h 471152"/>
              <a:gd name="connsiteX113" fmla="*/ 540062 w 800738"/>
              <a:gd name="connsiteY113" fmla="*/ 123724 h 471152"/>
              <a:gd name="connsiteX114" fmla="*/ 563760 w 800738"/>
              <a:gd name="connsiteY114" fmla="*/ 124974 h 471152"/>
              <a:gd name="connsiteX115" fmla="*/ 425314 w 800738"/>
              <a:gd name="connsiteY115" fmla="*/ 21246 h 471152"/>
              <a:gd name="connsiteX116" fmla="*/ 425314 w 800738"/>
              <a:gd name="connsiteY116" fmla="*/ 0 h 471152"/>
              <a:gd name="connsiteX117" fmla="*/ 586210 w 800738"/>
              <a:gd name="connsiteY117" fmla="*/ 129973 h 471152"/>
              <a:gd name="connsiteX118" fmla="*/ 700958 w 800738"/>
              <a:gd name="connsiteY118" fmla="*/ 284941 h 471152"/>
              <a:gd name="connsiteX119" fmla="*/ 699710 w 800738"/>
              <a:gd name="connsiteY119" fmla="*/ 297438 h 471152"/>
              <a:gd name="connsiteX120" fmla="*/ 713430 w 800738"/>
              <a:gd name="connsiteY120" fmla="*/ 296189 h 471152"/>
              <a:gd name="connsiteX121" fmla="*/ 800738 w 800738"/>
              <a:gd name="connsiteY121" fmla="*/ 383671 h 471152"/>
              <a:gd name="connsiteX122" fmla="*/ 713430 w 800738"/>
              <a:gd name="connsiteY122" fmla="*/ 471152 h 471152"/>
              <a:gd name="connsiteX123" fmla="*/ 207044 w 800738"/>
              <a:gd name="connsiteY123" fmla="*/ 471152 h 471152"/>
              <a:gd name="connsiteX124" fmla="*/ 204550 w 800738"/>
              <a:gd name="connsiteY124" fmla="*/ 471152 h 471152"/>
              <a:gd name="connsiteX125" fmla="*/ 202056 w 800738"/>
              <a:gd name="connsiteY125" fmla="*/ 471152 h 471152"/>
              <a:gd name="connsiteX126" fmla="*/ 115995 w 800738"/>
              <a:gd name="connsiteY126" fmla="*/ 383671 h 471152"/>
              <a:gd name="connsiteX127" fmla="*/ 123478 w 800738"/>
              <a:gd name="connsiteY127" fmla="*/ 347428 h 471152"/>
              <a:gd name="connsiteX128" fmla="*/ 91050 w 800738"/>
              <a:gd name="connsiteY128" fmla="*/ 347428 h 471152"/>
              <a:gd name="connsiteX129" fmla="*/ 89802 w 800738"/>
              <a:gd name="connsiteY129" fmla="*/ 347428 h 471152"/>
              <a:gd name="connsiteX130" fmla="*/ 87308 w 800738"/>
              <a:gd name="connsiteY130" fmla="*/ 347428 h 471152"/>
              <a:gd name="connsiteX131" fmla="*/ 0 w 800738"/>
              <a:gd name="connsiteY131" fmla="*/ 259946 h 471152"/>
              <a:gd name="connsiteX132" fmla="*/ 81072 w 800738"/>
              <a:gd name="connsiteY132" fmla="*/ 172464 h 471152"/>
              <a:gd name="connsiteX133" fmla="*/ 194572 w 800738"/>
              <a:gd name="connsiteY133" fmla="*/ 63737 h 471152"/>
              <a:gd name="connsiteX134" fmla="*/ 276890 w 800738"/>
              <a:gd name="connsiteY134" fmla="*/ 98730 h 471152"/>
              <a:gd name="connsiteX135" fmla="*/ 425314 w 800738"/>
              <a:gd name="connsiteY135" fmla="*/ 0 h 47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</a:cxnLst>
            <a:rect l="l" t="t" r="r" b="b"/>
            <a:pathLst>
              <a:path w="800738" h="471152">
                <a:moveTo>
                  <a:pt x="630656" y="345385"/>
                </a:moveTo>
                <a:lnTo>
                  <a:pt x="630656" y="372948"/>
                </a:lnTo>
                <a:lnTo>
                  <a:pt x="658974" y="372948"/>
                </a:lnTo>
                <a:lnTo>
                  <a:pt x="658974" y="345385"/>
                </a:lnTo>
                <a:close/>
                <a:moveTo>
                  <a:pt x="510176" y="345385"/>
                </a:moveTo>
                <a:lnTo>
                  <a:pt x="510176" y="372948"/>
                </a:lnTo>
                <a:lnTo>
                  <a:pt x="537738" y="372948"/>
                </a:lnTo>
                <a:lnTo>
                  <a:pt x="537738" y="345385"/>
                </a:lnTo>
                <a:close/>
                <a:moveTo>
                  <a:pt x="389328" y="345385"/>
                </a:moveTo>
                <a:lnTo>
                  <a:pt x="389328" y="372948"/>
                </a:lnTo>
                <a:lnTo>
                  <a:pt x="416890" y="372948"/>
                </a:lnTo>
                <a:lnTo>
                  <a:pt x="416890" y="345385"/>
                </a:lnTo>
                <a:close/>
                <a:moveTo>
                  <a:pt x="269736" y="345385"/>
                </a:moveTo>
                <a:lnTo>
                  <a:pt x="269736" y="372948"/>
                </a:lnTo>
                <a:lnTo>
                  <a:pt x="297298" y="372948"/>
                </a:lnTo>
                <a:lnTo>
                  <a:pt x="297298" y="345385"/>
                </a:lnTo>
                <a:close/>
                <a:moveTo>
                  <a:pt x="630656" y="324087"/>
                </a:moveTo>
                <a:lnTo>
                  <a:pt x="658974" y="324087"/>
                </a:lnTo>
                <a:cubicBezTo>
                  <a:pt x="670056" y="324087"/>
                  <a:pt x="679906" y="334110"/>
                  <a:pt x="679906" y="345385"/>
                </a:cubicBezTo>
                <a:lnTo>
                  <a:pt x="679906" y="372948"/>
                </a:lnTo>
                <a:cubicBezTo>
                  <a:pt x="679906" y="384224"/>
                  <a:pt x="670056" y="394246"/>
                  <a:pt x="658974" y="394246"/>
                </a:cubicBezTo>
                <a:lnTo>
                  <a:pt x="630656" y="394246"/>
                </a:lnTo>
                <a:cubicBezTo>
                  <a:pt x="619574" y="394246"/>
                  <a:pt x="609726" y="384224"/>
                  <a:pt x="609726" y="372948"/>
                </a:cubicBezTo>
                <a:lnTo>
                  <a:pt x="609726" y="345385"/>
                </a:lnTo>
                <a:cubicBezTo>
                  <a:pt x="609726" y="334110"/>
                  <a:pt x="619574" y="324087"/>
                  <a:pt x="630656" y="324087"/>
                </a:cubicBezTo>
                <a:close/>
                <a:moveTo>
                  <a:pt x="510176" y="324087"/>
                </a:moveTo>
                <a:lnTo>
                  <a:pt x="537738" y="324087"/>
                </a:lnTo>
                <a:cubicBezTo>
                  <a:pt x="550266" y="324087"/>
                  <a:pt x="559036" y="334110"/>
                  <a:pt x="559036" y="345385"/>
                </a:cubicBezTo>
                <a:lnTo>
                  <a:pt x="559036" y="372948"/>
                </a:lnTo>
                <a:cubicBezTo>
                  <a:pt x="559036" y="384224"/>
                  <a:pt x="550266" y="394246"/>
                  <a:pt x="537738" y="394246"/>
                </a:cubicBezTo>
                <a:lnTo>
                  <a:pt x="510176" y="394246"/>
                </a:lnTo>
                <a:cubicBezTo>
                  <a:pt x="498900" y="394246"/>
                  <a:pt x="488878" y="384224"/>
                  <a:pt x="488878" y="372948"/>
                </a:cubicBezTo>
                <a:lnTo>
                  <a:pt x="488878" y="345385"/>
                </a:lnTo>
                <a:cubicBezTo>
                  <a:pt x="488878" y="334110"/>
                  <a:pt x="498900" y="324087"/>
                  <a:pt x="510176" y="324087"/>
                </a:cubicBezTo>
                <a:close/>
                <a:moveTo>
                  <a:pt x="389328" y="324087"/>
                </a:moveTo>
                <a:lnTo>
                  <a:pt x="416890" y="324087"/>
                </a:lnTo>
                <a:cubicBezTo>
                  <a:pt x="429418" y="324087"/>
                  <a:pt x="438188" y="334110"/>
                  <a:pt x="438188" y="345385"/>
                </a:cubicBezTo>
                <a:lnTo>
                  <a:pt x="438188" y="372948"/>
                </a:lnTo>
                <a:cubicBezTo>
                  <a:pt x="438188" y="384224"/>
                  <a:pt x="429418" y="394246"/>
                  <a:pt x="416890" y="394246"/>
                </a:cubicBezTo>
                <a:lnTo>
                  <a:pt x="389328" y="394246"/>
                </a:lnTo>
                <a:cubicBezTo>
                  <a:pt x="378052" y="394246"/>
                  <a:pt x="368030" y="384224"/>
                  <a:pt x="368030" y="372948"/>
                </a:cubicBezTo>
                <a:lnTo>
                  <a:pt x="368030" y="345385"/>
                </a:lnTo>
                <a:cubicBezTo>
                  <a:pt x="368030" y="334110"/>
                  <a:pt x="378052" y="324087"/>
                  <a:pt x="389328" y="324087"/>
                </a:cubicBezTo>
                <a:close/>
                <a:moveTo>
                  <a:pt x="269736" y="324087"/>
                </a:moveTo>
                <a:lnTo>
                  <a:pt x="297298" y="324087"/>
                </a:lnTo>
                <a:cubicBezTo>
                  <a:pt x="308574" y="324087"/>
                  <a:pt x="317344" y="334110"/>
                  <a:pt x="317344" y="345385"/>
                </a:cubicBezTo>
                <a:lnTo>
                  <a:pt x="317344" y="372948"/>
                </a:lnTo>
                <a:cubicBezTo>
                  <a:pt x="317344" y="384224"/>
                  <a:pt x="308574" y="394246"/>
                  <a:pt x="297298" y="394246"/>
                </a:cubicBezTo>
                <a:lnTo>
                  <a:pt x="269736" y="394246"/>
                </a:lnTo>
                <a:cubicBezTo>
                  <a:pt x="257206" y="394246"/>
                  <a:pt x="247184" y="384224"/>
                  <a:pt x="247184" y="372948"/>
                </a:cubicBezTo>
                <a:lnTo>
                  <a:pt x="247184" y="345385"/>
                </a:lnTo>
                <a:cubicBezTo>
                  <a:pt x="247184" y="334110"/>
                  <a:pt x="257206" y="324087"/>
                  <a:pt x="269736" y="324087"/>
                </a:cubicBezTo>
                <a:close/>
                <a:moveTo>
                  <a:pt x="147634" y="223285"/>
                </a:moveTo>
                <a:lnTo>
                  <a:pt x="147634" y="250847"/>
                </a:lnTo>
                <a:lnTo>
                  <a:pt x="175197" y="250847"/>
                </a:lnTo>
                <a:lnTo>
                  <a:pt x="175197" y="223285"/>
                </a:lnTo>
                <a:close/>
                <a:moveTo>
                  <a:pt x="147634" y="203239"/>
                </a:moveTo>
                <a:lnTo>
                  <a:pt x="175197" y="203239"/>
                </a:lnTo>
                <a:cubicBezTo>
                  <a:pt x="186472" y="203239"/>
                  <a:pt x="196495" y="212009"/>
                  <a:pt x="196495" y="223285"/>
                </a:cubicBezTo>
                <a:lnTo>
                  <a:pt x="196495" y="250847"/>
                </a:lnTo>
                <a:cubicBezTo>
                  <a:pt x="196495" y="262123"/>
                  <a:pt x="186472" y="273398"/>
                  <a:pt x="175197" y="273398"/>
                </a:cubicBezTo>
                <a:lnTo>
                  <a:pt x="147634" y="273398"/>
                </a:lnTo>
                <a:cubicBezTo>
                  <a:pt x="136359" y="273398"/>
                  <a:pt x="126336" y="262123"/>
                  <a:pt x="126336" y="250847"/>
                </a:cubicBezTo>
                <a:lnTo>
                  <a:pt x="126336" y="223285"/>
                </a:lnTo>
                <a:cubicBezTo>
                  <a:pt x="126336" y="212009"/>
                  <a:pt x="136359" y="203239"/>
                  <a:pt x="147634" y="203239"/>
                </a:cubicBezTo>
                <a:close/>
                <a:moveTo>
                  <a:pt x="540062" y="144970"/>
                </a:moveTo>
                <a:cubicBezTo>
                  <a:pt x="477698" y="144970"/>
                  <a:pt x="422820" y="187461"/>
                  <a:pt x="406606" y="247449"/>
                </a:cubicBezTo>
                <a:cubicBezTo>
                  <a:pt x="405358" y="252448"/>
                  <a:pt x="401616" y="254947"/>
                  <a:pt x="397874" y="254947"/>
                </a:cubicBezTo>
                <a:cubicBezTo>
                  <a:pt x="394132" y="256197"/>
                  <a:pt x="390390" y="253698"/>
                  <a:pt x="387896" y="249948"/>
                </a:cubicBezTo>
                <a:cubicBezTo>
                  <a:pt x="370434" y="224953"/>
                  <a:pt x="341748" y="208707"/>
                  <a:pt x="310566" y="208707"/>
                </a:cubicBezTo>
                <a:cubicBezTo>
                  <a:pt x="259430" y="208707"/>
                  <a:pt x="217022" y="251198"/>
                  <a:pt x="217022" y="302437"/>
                </a:cubicBezTo>
                <a:cubicBezTo>
                  <a:pt x="217022" y="302437"/>
                  <a:pt x="217022" y="303687"/>
                  <a:pt x="217022" y="304937"/>
                </a:cubicBezTo>
                <a:lnTo>
                  <a:pt x="217022" y="306187"/>
                </a:lnTo>
                <a:cubicBezTo>
                  <a:pt x="217022" y="308686"/>
                  <a:pt x="215776" y="312435"/>
                  <a:pt x="214528" y="314935"/>
                </a:cubicBezTo>
                <a:cubicBezTo>
                  <a:pt x="212034" y="316185"/>
                  <a:pt x="209538" y="317434"/>
                  <a:pt x="207044" y="317434"/>
                </a:cubicBezTo>
                <a:lnTo>
                  <a:pt x="204550" y="317434"/>
                </a:lnTo>
                <a:cubicBezTo>
                  <a:pt x="204550" y="317434"/>
                  <a:pt x="203302" y="317434"/>
                  <a:pt x="202056" y="317434"/>
                </a:cubicBezTo>
                <a:cubicBezTo>
                  <a:pt x="165885" y="317434"/>
                  <a:pt x="135951" y="346178"/>
                  <a:pt x="135951" y="383671"/>
                </a:cubicBezTo>
                <a:cubicBezTo>
                  <a:pt x="135951" y="421163"/>
                  <a:pt x="165885" y="451157"/>
                  <a:pt x="202056" y="451157"/>
                </a:cubicBezTo>
                <a:cubicBezTo>
                  <a:pt x="203302" y="451157"/>
                  <a:pt x="204550" y="451157"/>
                  <a:pt x="204550" y="451157"/>
                </a:cubicBezTo>
                <a:lnTo>
                  <a:pt x="207044" y="451157"/>
                </a:lnTo>
                <a:lnTo>
                  <a:pt x="208292" y="451157"/>
                </a:lnTo>
                <a:lnTo>
                  <a:pt x="713430" y="451157"/>
                </a:lnTo>
                <a:cubicBezTo>
                  <a:pt x="750848" y="451157"/>
                  <a:pt x="779534" y="421163"/>
                  <a:pt x="779534" y="383671"/>
                </a:cubicBezTo>
                <a:cubicBezTo>
                  <a:pt x="779534" y="346178"/>
                  <a:pt x="750848" y="317434"/>
                  <a:pt x="713430" y="317434"/>
                </a:cubicBezTo>
                <a:cubicBezTo>
                  <a:pt x="705946" y="317434"/>
                  <a:pt x="698462" y="318684"/>
                  <a:pt x="692226" y="321184"/>
                </a:cubicBezTo>
                <a:cubicBezTo>
                  <a:pt x="687238" y="322433"/>
                  <a:pt x="683496" y="321184"/>
                  <a:pt x="681002" y="318684"/>
                </a:cubicBezTo>
                <a:cubicBezTo>
                  <a:pt x="678506" y="317434"/>
                  <a:pt x="677260" y="312435"/>
                  <a:pt x="678506" y="308686"/>
                </a:cubicBezTo>
                <a:cubicBezTo>
                  <a:pt x="679754" y="301188"/>
                  <a:pt x="679754" y="292439"/>
                  <a:pt x="679754" y="284941"/>
                </a:cubicBezTo>
                <a:cubicBezTo>
                  <a:pt x="679754" y="219955"/>
                  <a:pt x="634852" y="164966"/>
                  <a:pt x="574984" y="149969"/>
                </a:cubicBezTo>
                <a:cubicBezTo>
                  <a:pt x="573738" y="149969"/>
                  <a:pt x="571242" y="149969"/>
                  <a:pt x="569996" y="148719"/>
                </a:cubicBezTo>
                <a:cubicBezTo>
                  <a:pt x="561264" y="146220"/>
                  <a:pt x="551286" y="144970"/>
                  <a:pt x="540062" y="144970"/>
                </a:cubicBezTo>
                <a:close/>
                <a:moveTo>
                  <a:pt x="425314" y="21246"/>
                </a:moveTo>
                <a:cubicBezTo>
                  <a:pt x="362952" y="21246"/>
                  <a:pt x="308072" y="63737"/>
                  <a:pt x="291858" y="123724"/>
                </a:cubicBezTo>
                <a:cubicBezTo>
                  <a:pt x="290610" y="127474"/>
                  <a:pt x="286868" y="129973"/>
                  <a:pt x="283126" y="131223"/>
                </a:cubicBezTo>
                <a:cubicBezTo>
                  <a:pt x="279386" y="131223"/>
                  <a:pt x="275644" y="129973"/>
                  <a:pt x="273148" y="126224"/>
                </a:cubicBezTo>
                <a:cubicBezTo>
                  <a:pt x="255688" y="101229"/>
                  <a:pt x="227000" y="84982"/>
                  <a:pt x="194572" y="84982"/>
                </a:cubicBezTo>
                <a:cubicBezTo>
                  <a:pt x="143434" y="84982"/>
                  <a:pt x="102275" y="127474"/>
                  <a:pt x="102275" y="178713"/>
                </a:cubicBezTo>
                <a:cubicBezTo>
                  <a:pt x="102275" y="179963"/>
                  <a:pt x="102275" y="179963"/>
                  <a:pt x="102275" y="179963"/>
                </a:cubicBezTo>
                <a:lnTo>
                  <a:pt x="102275" y="182462"/>
                </a:lnTo>
                <a:cubicBezTo>
                  <a:pt x="102275" y="184962"/>
                  <a:pt x="101028" y="187461"/>
                  <a:pt x="98533" y="189961"/>
                </a:cubicBezTo>
                <a:cubicBezTo>
                  <a:pt x="97286" y="192460"/>
                  <a:pt x="94791" y="193710"/>
                  <a:pt x="91050" y="193710"/>
                </a:cubicBezTo>
                <a:lnTo>
                  <a:pt x="89802" y="193710"/>
                </a:lnTo>
                <a:cubicBezTo>
                  <a:pt x="88555" y="193710"/>
                  <a:pt x="88555" y="193710"/>
                  <a:pt x="87308" y="193710"/>
                </a:cubicBezTo>
                <a:cubicBezTo>
                  <a:pt x="51137" y="193710"/>
                  <a:pt x="21203" y="222454"/>
                  <a:pt x="21203" y="259946"/>
                </a:cubicBezTo>
                <a:cubicBezTo>
                  <a:pt x="21203" y="296189"/>
                  <a:pt x="51137" y="326182"/>
                  <a:pt x="87308" y="326182"/>
                </a:cubicBezTo>
                <a:cubicBezTo>
                  <a:pt x="88555" y="326182"/>
                  <a:pt x="88555" y="326182"/>
                  <a:pt x="89802" y="326182"/>
                </a:cubicBezTo>
                <a:lnTo>
                  <a:pt x="91050" y="326182"/>
                </a:lnTo>
                <a:cubicBezTo>
                  <a:pt x="92297" y="326182"/>
                  <a:pt x="92297" y="326182"/>
                  <a:pt x="93544" y="326182"/>
                </a:cubicBezTo>
                <a:lnTo>
                  <a:pt x="135951" y="327432"/>
                </a:lnTo>
                <a:cubicBezTo>
                  <a:pt x="150918" y="309936"/>
                  <a:pt x="172121" y="298688"/>
                  <a:pt x="197066" y="296189"/>
                </a:cubicBezTo>
                <a:cubicBezTo>
                  <a:pt x="199560" y="236201"/>
                  <a:pt x="249452" y="188711"/>
                  <a:pt x="310566" y="188711"/>
                </a:cubicBezTo>
                <a:cubicBezTo>
                  <a:pt x="341748" y="188711"/>
                  <a:pt x="371682" y="201208"/>
                  <a:pt x="392886" y="223704"/>
                </a:cubicBezTo>
                <a:cubicBezTo>
                  <a:pt x="416584" y="163716"/>
                  <a:pt x="475204" y="123724"/>
                  <a:pt x="540062" y="123724"/>
                </a:cubicBezTo>
                <a:cubicBezTo>
                  <a:pt x="548792" y="123724"/>
                  <a:pt x="556276" y="124974"/>
                  <a:pt x="563760" y="124974"/>
                </a:cubicBezTo>
                <a:cubicBezTo>
                  <a:pt x="557522" y="52489"/>
                  <a:pt x="491418" y="21246"/>
                  <a:pt x="425314" y="21246"/>
                </a:cubicBezTo>
                <a:close/>
                <a:moveTo>
                  <a:pt x="425314" y="0"/>
                </a:moveTo>
                <a:cubicBezTo>
                  <a:pt x="517610" y="0"/>
                  <a:pt x="581220" y="52489"/>
                  <a:pt x="586210" y="129973"/>
                </a:cubicBezTo>
                <a:cubicBezTo>
                  <a:pt x="652314" y="149969"/>
                  <a:pt x="700958" y="211206"/>
                  <a:pt x="700958" y="284941"/>
                </a:cubicBezTo>
                <a:cubicBezTo>
                  <a:pt x="700958" y="288690"/>
                  <a:pt x="700958" y="293689"/>
                  <a:pt x="699710" y="297438"/>
                </a:cubicBezTo>
                <a:cubicBezTo>
                  <a:pt x="704700" y="296189"/>
                  <a:pt x="708440" y="296189"/>
                  <a:pt x="713430" y="296189"/>
                </a:cubicBezTo>
                <a:cubicBezTo>
                  <a:pt x="762072" y="296189"/>
                  <a:pt x="800738" y="334931"/>
                  <a:pt x="800738" y="383671"/>
                </a:cubicBezTo>
                <a:cubicBezTo>
                  <a:pt x="800738" y="432410"/>
                  <a:pt x="762072" y="471152"/>
                  <a:pt x="713430" y="471152"/>
                </a:cubicBezTo>
                <a:lnTo>
                  <a:pt x="207044" y="471152"/>
                </a:lnTo>
                <a:cubicBezTo>
                  <a:pt x="207044" y="471152"/>
                  <a:pt x="205798" y="471152"/>
                  <a:pt x="204550" y="471152"/>
                </a:cubicBezTo>
                <a:cubicBezTo>
                  <a:pt x="204550" y="471152"/>
                  <a:pt x="203302" y="471152"/>
                  <a:pt x="202056" y="471152"/>
                </a:cubicBezTo>
                <a:cubicBezTo>
                  <a:pt x="154660" y="471152"/>
                  <a:pt x="115995" y="432410"/>
                  <a:pt x="115995" y="383671"/>
                </a:cubicBezTo>
                <a:cubicBezTo>
                  <a:pt x="115995" y="371173"/>
                  <a:pt x="118489" y="358676"/>
                  <a:pt x="123478" y="347428"/>
                </a:cubicBezTo>
                <a:lnTo>
                  <a:pt x="91050" y="347428"/>
                </a:lnTo>
                <a:cubicBezTo>
                  <a:pt x="91050" y="347428"/>
                  <a:pt x="91050" y="347428"/>
                  <a:pt x="89802" y="347428"/>
                </a:cubicBezTo>
                <a:cubicBezTo>
                  <a:pt x="88555" y="347428"/>
                  <a:pt x="88555" y="347428"/>
                  <a:pt x="87308" y="347428"/>
                </a:cubicBezTo>
                <a:cubicBezTo>
                  <a:pt x="39912" y="347428"/>
                  <a:pt x="0" y="307436"/>
                  <a:pt x="0" y="259946"/>
                </a:cubicBezTo>
                <a:cubicBezTo>
                  <a:pt x="0" y="213706"/>
                  <a:pt x="36170" y="174964"/>
                  <a:pt x="81072" y="172464"/>
                </a:cubicBezTo>
                <a:cubicBezTo>
                  <a:pt x="84813" y="112477"/>
                  <a:pt x="134704" y="63737"/>
                  <a:pt x="194572" y="63737"/>
                </a:cubicBezTo>
                <a:cubicBezTo>
                  <a:pt x="227000" y="63737"/>
                  <a:pt x="255688" y="76234"/>
                  <a:pt x="276890" y="98730"/>
                </a:cubicBezTo>
                <a:cubicBezTo>
                  <a:pt x="301836" y="39992"/>
                  <a:pt x="360456" y="0"/>
                  <a:pt x="425314" y="0"/>
                </a:cubicBezTo>
                <a:close/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8" name="Freeform 31">
            <a:extLst>
              <a:ext uri="{FF2B5EF4-FFF2-40B4-BE49-F238E27FC236}">
                <a16:creationId xmlns:a16="http://schemas.microsoft.com/office/drawing/2014/main" id="{4681C7C8-4BC4-4DF0-BFC1-DF7C3C746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7725" y="4436662"/>
            <a:ext cx="400369" cy="339943"/>
          </a:xfrm>
          <a:custGeom>
            <a:avLst/>
            <a:gdLst>
              <a:gd name="connsiteX0" fmla="*/ 344841 w 800737"/>
              <a:gd name="connsiteY0" fmla="*/ 631701 h 679885"/>
              <a:gd name="connsiteX1" fmla="*/ 355827 w 800737"/>
              <a:gd name="connsiteY1" fmla="*/ 642687 h 679885"/>
              <a:gd name="connsiteX2" fmla="*/ 344841 w 800737"/>
              <a:gd name="connsiteY2" fmla="*/ 652452 h 679885"/>
              <a:gd name="connsiteX3" fmla="*/ 335075 w 800737"/>
              <a:gd name="connsiteY3" fmla="*/ 642687 h 679885"/>
              <a:gd name="connsiteX4" fmla="*/ 344841 w 800737"/>
              <a:gd name="connsiteY4" fmla="*/ 631701 h 679885"/>
              <a:gd name="connsiteX5" fmla="*/ 344841 w 800737"/>
              <a:gd name="connsiteY5" fmla="*/ 587757 h 679885"/>
              <a:gd name="connsiteX6" fmla="*/ 355827 w 800737"/>
              <a:gd name="connsiteY6" fmla="*/ 598165 h 679885"/>
              <a:gd name="connsiteX7" fmla="*/ 344841 w 800737"/>
              <a:gd name="connsiteY7" fmla="*/ 608573 h 679885"/>
              <a:gd name="connsiteX8" fmla="*/ 335075 w 800737"/>
              <a:gd name="connsiteY8" fmla="*/ 598165 h 679885"/>
              <a:gd name="connsiteX9" fmla="*/ 344841 w 800737"/>
              <a:gd name="connsiteY9" fmla="*/ 587757 h 679885"/>
              <a:gd name="connsiteX10" fmla="*/ 344841 w 800737"/>
              <a:gd name="connsiteY10" fmla="*/ 543812 h 679885"/>
              <a:gd name="connsiteX11" fmla="*/ 355827 w 800737"/>
              <a:gd name="connsiteY11" fmla="*/ 553577 h 679885"/>
              <a:gd name="connsiteX12" fmla="*/ 344841 w 800737"/>
              <a:gd name="connsiteY12" fmla="*/ 564563 h 679885"/>
              <a:gd name="connsiteX13" fmla="*/ 335075 w 800737"/>
              <a:gd name="connsiteY13" fmla="*/ 553577 h 679885"/>
              <a:gd name="connsiteX14" fmla="*/ 344841 w 800737"/>
              <a:gd name="connsiteY14" fmla="*/ 543812 h 679885"/>
              <a:gd name="connsiteX15" fmla="*/ 157014 w 800737"/>
              <a:gd name="connsiteY15" fmla="*/ 510106 h 679885"/>
              <a:gd name="connsiteX16" fmla="*/ 124424 w 800737"/>
              <a:gd name="connsiteY16" fmla="*/ 541317 h 679885"/>
              <a:gd name="connsiteX17" fmla="*/ 157014 w 800737"/>
              <a:gd name="connsiteY17" fmla="*/ 573775 h 679885"/>
              <a:gd name="connsiteX18" fmla="*/ 188350 w 800737"/>
              <a:gd name="connsiteY18" fmla="*/ 541317 h 679885"/>
              <a:gd name="connsiteX19" fmla="*/ 157014 w 800737"/>
              <a:gd name="connsiteY19" fmla="*/ 510106 h 679885"/>
              <a:gd name="connsiteX20" fmla="*/ 157014 w 800737"/>
              <a:gd name="connsiteY20" fmla="*/ 488883 h 679885"/>
              <a:gd name="connsiteX21" fmla="*/ 208405 w 800737"/>
              <a:gd name="connsiteY21" fmla="*/ 531329 h 679885"/>
              <a:gd name="connsiteX22" fmla="*/ 257289 w 800737"/>
              <a:gd name="connsiteY22" fmla="*/ 531329 h 679885"/>
              <a:gd name="connsiteX23" fmla="*/ 289879 w 800737"/>
              <a:gd name="connsiteY23" fmla="*/ 565036 h 679885"/>
              <a:gd name="connsiteX24" fmla="*/ 289879 w 800737"/>
              <a:gd name="connsiteY24" fmla="*/ 641190 h 679885"/>
              <a:gd name="connsiteX25" fmla="*/ 279851 w 800737"/>
              <a:gd name="connsiteY25" fmla="*/ 652426 h 679885"/>
              <a:gd name="connsiteX26" fmla="*/ 269823 w 800737"/>
              <a:gd name="connsiteY26" fmla="*/ 641190 h 679885"/>
              <a:gd name="connsiteX27" fmla="*/ 269823 w 800737"/>
              <a:gd name="connsiteY27" fmla="*/ 565036 h 679885"/>
              <a:gd name="connsiteX28" fmla="*/ 257289 w 800737"/>
              <a:gd name="connsiteY28" fmla="*/ 552552 h 679885"/>
              <a:gd name="connsiteX29" fmla="*/ 208405 w 800737"/>
              <a:gd name="connsiteY29" fmla="*/ 552552 h 679885"/>
              <a:gd name="connsiteX30" fmla="*/ 157014 w 800737"/>
              <a:gd name="connsiteY30" fmla="*/ 594998 h 679885"/>
              <a:gd name="connsiteX31" fmla="*/ 104369 w 800737"/>
              <a:gd name="connsiteY31" fmla="*/ 541317 h 679885"/>
              <a:gd name="connsiteX32" fmla="*/ 157014 w 800737"/>
              <a:gd name="connsiteY32" fmla="*/ 488883 h 679885"/>
              <a:gd name="connsiteX33" fmla="*/ 567051 w 800737"/>
              <a:gd name="connsiteY33" fmla="*/ 460579 h 679885"/>
              <a:gd name="connsiteX34" fmla="*/ 541699 w 800737"/>
              <a:gd name="connsiteY34" fmla="*/ 486686 h 679885"/>
              <a:gd name="connsiteX35" fmla="*/ 567051 w 800737"/>
              <a:gd name="connsiteY35" fmla="*/ 511549 h 679885"/>
              <a:gd name="connsiteX36" fmla="*/ 593671 w 800737"/>
              <a:gd name="connsiteY36" fmla="*/ 486686 h 679885"/>
              <a:gd name="connsiteX37" fmla="*/ 567051 w 800737"/>
              <a:gd name="connsiteY37" fmla="*/ 460579 h 679885"/>
              <a:gd name="connsiteX38" fmla="*/ 567051 w 800737"/>
              <a:gd name="connsiteY38" fmla="*/ 439445 h 679885"/>
              <a:gd name="connsiteX39" fmla="*/ 613953 w 800737"/>
              <a:gd name="connsiteY39" fmla="*/ 486686 h 679885"/>
              <a:gd name="connsiteX40" fmla="*/ 567051 w 800737"/>
              <a:gd name="connsiteY40" fmla="*/ 532683 h 679885"/>
              <a:gd name="connsiteX41" fmla="*/ 545501 w 800737"/>
              <a:gd name="connsiteY41" fmla="*/ 527710 h 679885"/>
              <a:gd name="connsiteX42" fmla="*/ 544235 w 800737"/>
              <a:gd name="connsiteY42" fmla="*/ 528954 h 679885"/>
              <a:gd name="connsiteX43" fmla="*/ 492263 w 800737"/>
              <a:gd name="connsiteY43" fmla="*/ 596085 h 679885"/>
              <a:gd name="connsiteX44" fmla="*/ 487191 w 800737"/>
              <a:gd name="connsiteY44" fmla="*/ 608517 h 679885"/>
              <a:gd name="connsiteX45" fmla="*/ 487191 w 800737"/>
              <a:gd name="connsiteY45" fmla="*/ 664459 h 679885"/>
              <a:gd name="connsiteX46" fmla="*/ 475783 w 800737"/>
              <a:gd name="connsiteY46" fmla="*/ 674405 h 679885"/>
              <a:gd name="connsiteX47" fmla="*/ 466909 w 800737"/>
              <a:gd name="connsiteY47" fmla="*/ 664459 h 679885"/>
              <a:gd name="connsiteX48" fmla="*/ 466909 w 800737"/>
              <a:gd name="connsiteY48" fmla="*/ 608517 h 679885"/>
              <a:gd name="connsiteX49" fmla="*/ 474515 w 800737"/>
              <a:gd name="connsiteY49" fmla="*/ 582410 h 679885"/>
              <a:gd name="connsiteX50" fmla="*/ 527755 w 800737"/>
              <a:gd name="connsiteY50" fmla="*/ 516522 h 679885"/>
              <a:gd name="connsiteX51" fmla="*/ 529023 w 800737"/>
              <a:gd name="connsiteY51" fmla="*/ 514035 h 679885"/>
              <a:gd name="connsiteX52" fmla="*/ 520149 w 800737"/>
              <a:gd name="connsiteY52" fmla="*/ 486686 h 679885"/>
              <a:gd name="connsiteX53" fmla="*/ 567051 w 800737"/>
              <a:gd name="connsiteY53" fmla="*/ 439445 h 679885"/>
              <a:gd name="connsiteX54" fmla="*/ 265939 w 800737"/>
              <a:gd name="connsiteY54" fmla="*/ 295981 h 679885"/>
              <a:gd name="connsiteX55" fmla="*/ 235159 w 800737"/>
              <a:gd name="connsiteY55" fmla="*/ 327350 h 679885"/>
              <a:gd name="connsiteX56" fmla="*/ 265939 w 800737"/>
              <a:gd name="connsiteY56" fmla="*/ 359974 h 679885"/>
              <a:gd name="connsiteX57" fmla="*/ 296719 w 800737"/>
              <a:gd name="connsiteY57" fmla="*/ 327350 h 679885"/>
              <a:gd name="connsiteX58" fmla="*/ 265939 w 800737"/>
              <a:gd name="connsiteY58" fmla="*/ 295981 h 679885"/>
              <a:gd name="connsiteX59" fmla="*/ 533585 w 800737"/>
              <a:gd name="connsiteY59" fmla="*/ 291771 h 679885"/>
              <a:gd name="connsiteX60" fmla="*/ 502805 w 800737"/>
              <a:gd name="connsiteY60" fmla="*/ 323175 h 679885"/>
              <a:gd name="connsiteX61" fmla="*/ 533585 w 800737"/>
              <a:gd name="connsiteY61" fmla="*/ 354579 h 679885"/>
              <a:gd name="connsiteX62" fmla="*/ 565595 w 800737"/>
              <a:gd name="connsiteY62" fmla="*/ 323175 h 679885"/>
              <a:gd name="connsiteX63" fmla="*/ 533585 w 800737"/>
              <a:gd name="connsiteY63" fmla="*/ 291771 h 679885"/>
              <a:gd name="connsiteX64" fmla="*/ 265939 w 800737"/>
              <a:gd name="connsiteY64" fmla="*/ 274650 h 679885"/>
              <a:gd name="connsiteX65" fmla="*/ 317649 w 800737"/>
              <a:gd name="connsiteY65" fmla="*/ 327350 h 679885"/>
              <a:gd name="connsiteX66" fmla="*/ 306569 w 800737"/>
              <a:gd name="connsiteY66" fmla="*/ 361229 h 679885"/>
              <a:gd name="connsiteX67" fmla="*/ 341043 w 800737"/>
              <a:gd name="connsiteY67" fmla="*/ 388834 h 679885"/>
              <a:gd name="connsiteX68" fmla="*/ 355817 w 800737"/>
              <a:gd name="connsiteY68" fmla="*/ 418949 h 679885"/>
              <a:gd name="connsiteX69" fmla="*/ 355817 w 800737"/>
              <a:gd name="connsiteY69" fmla="*/ 509292 h 679885"/>
              <a:gd name="connsiteX70" fmla="*/ 344737 w 800737"/>
              <a:gd name="connsiteY70" fmla="*/ 520585 h 679885"/>
              <a:gd name="connsiteX71" fmla="*/ 334887 w 800737"/>
              <a:gd name="connsiteY71" fmla="*/ 509292 h 679885"/>
              <a:gd name="connsiteX72" fmla="*/ 334887 w 800737"/>
              <a:gd name="connsiteY72" fmla="*/ 418949 h 679885"/>
              <a:gd name="connsiteX73" fmla="*/ 328731 w 800737"/>
              <a:gd name="connsiteY73" fmla="*/ 405146 h 679885"/>
              <a:gd name="connsiteX74" fmla="*/ 290563 w 800737"/>
              <a:gd name="connsiteY74" fmla="*/ 375032 h 679885"/>
              <a:gd name="connsiteX75" fmla="*/ 265939 w 800737"/>
              <a:gd name="connsiteY75" fmla="*/ 381306 h 679885"/>
              <a:gd name="connsiteX76" fmla="*/ 214229 w 800737"/>
              <a:gd name="connsiteY76" fmla="*/ 327350 h 679885"/>
              <a:gd name="connsiteX77" fmla="*/ 265939 w 800737"/>
              <a:gd name="connsiteY77" fmla="*/ 274650 h 679885"/>
              <a:gd name="connsiteX78" fmla="*/ 533585 w 800737"/>
              <a:gd name="connsiteY78" fmla="*/ 269160 h 679885"/>
              <a:gd name="connsiteX79" fmla="*/ 586525 w 800737"/>
              <a:gd name="connsiteY79" fmla="*/ 323175 h 679885"/>
              <a:gd name="connsiteX80" fmla="*/ 533585 w 800737"/>
              <a:gd name="connsiteY80" fmla="*/ 375933 h 679885"/>
              <a:gd name="connsiteX81" fmla="*/ 518809 w 800737"/>
              <a:gd name="connsiteY81" fmla="*/ 373421 h 679885"/>
              <a:gd name="connsiteX82" fmla="*/ 516347 w 800737"/>
              <a:gd name="connsiteY82" fmla="*/ 374677 h 679885"/>
              <a:gd name="connsiteX83" fmla="*/ 469561 w 800737"/>
              <a:gd name="connsiteY83" fmla="*/ 427436 h 679885"/>
              <a:gd name="connsiteX84" fmla="*/ 464637 w 800737"/>
              <a:gd name="connsiteY84" fmla="*/ 439997 h 679885"/>
              <a:gd name="connsiteX85" fmla="*/ 464637 w 800737"/>
              <a:gd name="connsiteY85" fmla="*/ 580686 h 679885"/>
              <a:gd name="connsiteX86" fmla="*/ 454787 w 800737"/>
              <a:gd name="connsiteY86" fmla="*/ 591992 h 679885"/>
              <a:gd name="connsiteX87" fmla="*/ 444937 w 800737"/>
              <a:gd name="connsiteY87" fmla="*/ 580686 h 679885"/>
              <a:gd name="connsiteX88" fmla="*/ 444937 w 800737"/>
              <a:gd name="connsiteY88" fmla="*/ 439997 h 679885"/>
              <a:gd name="connsiteX89" fmla="*/ 454787 w 800737"/>
              <a:gd name="connsiteY89" fmla="*/ 413618 h 679885"/>
              <a:gd name="connsiteX90" fmla="*/ 500341 w 800737"/>
              <a:gd name="connsiteY90" fmla="*/ 363372 h 679885"/>
              <a:gd name="connsiteX91" fmla="*/ 481873 w 800737"/>
              <a:gd name="connsiteY91" fmla="*/ 323175 h 679885"/>
              <a:gd name="connsiteX92" fmla="*/ 533585 w 800737"/>
              <a:gd name="connsiteY92" fmla="*/ 269160 h 679885"/>
              <a:gd name="connsiteX93" fmla="*/ 397631 w 800737"/>
              <a:gd name="connsiteY93" fmla="*/ 224511 h 679885"/>
              <a:gd name="connsiteX94" fmla="*/ 366935 w 800737"/>
              <a:gd name="connsiteY94" fmla="*/ 255787 h 679885"/>
              <a:gd name="connsiteX95" fmla="*/ 397631 w 800737"/>
              <a:gd name="connsiteY95" fmla="*/ 288314 h 679885"/>
              <a:gd name="connsiteX96" fmla="*/ 429555 w 800737"/>
              <a:gd name="connsiteY96" fmla="*/ 255787 h 679885"/>
              <a:gd name="connsiteX97" fmla="*/ 397631 w 800737"/>
              <a:gd name="connsiteY97" fmla="*/ 224511 h 679885"/>
              <a:gd name="connsiteX98" fmla="*/ 397631 w 800737"/>
              <a:gd name="connsiteY98" fmla="*/ 203244 h 679885"/>
              <a:gd name="connsiteX99" fmla="*/ 449201 w 800737"/>
              <a:gd name="connsiteY99" fmla="*/ 255787 h 679885"/>
              <a:gd name="connsiteX100" fmla="*/ 408681 w 800737"/>
              <a:gd name="connsiteY100" fmla="*/ 307079 h 679885"/>
              <a:gd name="connsiteX101" fmla="*/ 408681 w 800737"/>
              <a:gd name="connsiteY101" fmla="*/ 669877 h 679885"/>
              <a:gd name="connsiteX102" fmla="*/ 397631 w 800737"/>
              <a:gd name="connsiteY102" fmla="*/ 679885 h 679885"/>
              <a:gd name="connsiteX103" fmla="*/ 387809 w 800737"/>
              <a:gd name="connsiteY103" fmla="*/ 669877 h 679885"/>
              <a:gd name="connsiteX104" fmla="*/ 387809 w 800737"/>
              <a:gd name="connsiteY104" fmla="*/ 307079 h 679885"/>
              <a:gd name="connsiteX105" fmla="*/ 346061 w 800737"/>
              <a:gd name="connsiteY105" fmla="*/ 255787 h 679885"/>
              <a:gd name="connsiteX106" fmla="*/ 397631 w 800737"/>
              <a:gd name="connsiteY106" fmla="*/ 203244 h 679885"/>
              <a:gd name="connsiteX107" fmla="*/ 286869 w 800737"/>
              <a:gd name="connsiteY107" fmla="*/ 0 h 679885"/>
              <a:gd name="connsiteX108" fmla="*/ 449011 w 800737"/>
              <a:gd name="connsiteY108" fmla="*/ 107871 h 679885"/>
              <a:gd name="connsiteX109" fmla="*/ 518859 w 800737"/>
              <a:gd name="connsiteY109" fmla="*/ 85553 h 679885"/>
              <a:gd name="connsiteX110" fmla="*/ 648573 w 800737"/>
              <a:gd name="connsiteY110" fmla="*/ 218222 h 679885"/>
              <a:gd name="connsiteX111" fmla="*/ 648573 w 800737"/>
              <a:gd name="connsiteY111" fmla="*/ 220702 h 679885"/>
              <a:gd name="connsiteX112" fmla="*/ 674765 w 800737"/>
              <a:gd name="connsiteY112" fmla="*/ 220702 h 679885"/>
              <a:gd name="connsiteX113" fmla="*/ 800737 w 800737"/>
              <a:gd name="connsiteY113" fmla="*/ 345932 h 679885"/>
              <a:gd name="connsiteX114" fmla="*/ 674765 w 800737"/>
              <a:gd name="connsiteY114" fmla="*/ 471162 h 679885"/>
              <a:gd name="connsiteX115" fmla="*/ 634853 w 800737"/>
              <a:gd name="connsiteY115" fmla="*/ 471162 h 679885"/>
              <a:gd name="connsiteX116" fmla="*/ 623627 w 800737"/>
              <a:gd name="connsiteY116" fmla="*/ 461243 h 679885"/>
              <a:gd name="connsiteX117" fmla="*/ 634853 w 800737"/>
              <a:gd name="connsiteY117" fmla="*/ 450084 h 679885"/>
              <a:gd name="connsiteX118" fmla="*/ 674765 w 800737"/>
              <a:gd name="connsiteY118" fmla="*/ 450084 h 679885"/>
              <a:gd name="connsiteX119" fmla="*/ 779535 w 800737"/>
              <a:gd name="connsiteY119" fmla="*/ 345932 h 679885"/>
              <a:gd name="connsiteX120" fmla="*/ 674765 w 800737"/>
              <a:gd name="connsiteY120" fmla="*/ 241781 h 679885"/>
              <a:gd name="connsiteX121" fmla="*/ 637347 w 800737"/>
              <a:gd name="connsiteY121" fmla="*/ 241781 h 679885"/>
              <a:gd name="connsiteX122" fmla="*/ 628617 w 800737"/>
              <a:gd name="connsiteY122" fmla="*/ 236821 h 679885"/>
              <a:gd name="connsiteX123" fmla="*/ 627369 w 800737"/>
              <a:gd name="connsiteY123" fmla="*/ 229382 h 679885"/>
              <a:gd name="connsiteX124" fmla="*/ 627369 w 800737"/>
              <a:gd name="connsiteY124" fmla="*/ 218222 h 679885"/>
              <a:gd name="connsiteX125" fmla="*/ 518859 w 800737"/>
              <a:gd name="connsiteY125" fmla="*/ 106631 h 679885"/>
              <a:gd name="connsiteX126" fmla="*/ 450259 w 800737"/>
              <a:gd name="connsiteY126" fmla="*/ 132669 h 679885"/>
              <a:gd name="connsiteX127" fmla="*/ 440281 w 800737"/>
              <a:gd name="connsiteY127" fmla="*/ 133909 h 679885"/>
              <a:gd name="connsiteX128" fmla="*/ 432797 w 800737"/>
              <a:gd name="connsiteY128" fmla="*/ 127710 h 679885"/>
              <a:gd name="connsiteX129" fmla="*/ 286869 w 800737"/>
              <a:gd name="connsiteY129" fmla="*/ 21078 h 679885"/>
              <a:gd name="connsiteX130" fmla="*/ 135951 w 800737"/>
              <a:gd name="connsiteY130" fmla="*/ 164907 h 679885"/>
              <a:gd name="connsiteX131" fmla="*/ 149671 w 800737"/>
              <a:gd name="connsiteY131" fmla="*/ 225662 h 679885"/>
              <a:gd name="connsiteX132" fmla="*/ 149671 w 800737"/>
              <a:gd name="connsiteY132" fmla="*/ 235581 h 679885"/>
              <a:gd name="connsiteX133" fmla="*/ 140940 w 800737"/>
              <a:gd name="connsiteY133" fmla="*/ 241781 h 679885"/>
              <a:gd name="connsiteX134" fmla="*/ 125973 w 800737"/>
              <a:gd name="connsiteY134" fmla="*/ 241781 h 679885"/>
              <a:gd name="connsiteX135" fmla="*/ 21203 w 800737"/>
              <a:gd name="connsiteY135" fmla="*/ 345932 h 679885"/>
              <a:gd name="connsiteX136" fmla="*/ 125973 w 800737"/>
              <a:gd name="connsiteY136" fmla="*/ 450084 h 679885"/>
              <a:gd name="connsiteX137" fmla="*/ 127220 w 800737"/>
              <a:gd name="connsiteY137" fmla="*/ 450084 h 679885"/>
              <a:gd name="connsiteX138" fmla="*/ 300589 w 800737"/>
              <a:gd name="connsiteY138" fmla="*/ 450084 h 679885"/>
              <a:gd name="connsiteX139" fmla="*/ 310567 w 800737"/>
              <a:gd name="connsiteY139" fmla="*/ 461243 h 679885"/>
              <a:gd name="connsiteX140" fmla="*/ 300589 w 800737"/>
              <a:gd name="connsiteY140" fmla="*/ 471162 h 679885"/>
              <a:gd name="connsiteX141" fmla="*/ 178357 w 800737"/>
              <a:gd name="connsiteY141" fmla="*/ 471162 h 679885"/>
              <a:gd name="connsiteX142" fmla="*/ 125973 w 800737"/>
              <a:gd name="connsiteY142" fmla="*/ 471162 h 679885"/>
              <a:gd name="connsiteX143" fmla="*/ 0 w 800737"/>
              <a:gd name="connsiteY143" fmla="*/ 345932 h 679885"/>
              <a:gd name="connsiteX144" fmla="*/ 124726 w 800737"/>
              <a:gd name="connsiteY144" fmla="*/ 220702 h 679885"/>
              <a:gd name="connsiteX145" fmla="*/ 114747 w 800737"/>
              <a:gd name="connsiteY145" fmla="*/ 164907 h 679885"/>
              <a:gd name="connsiteX146" fmla="*/ 286869 w 800737"/>
              <a:gd name="connsiteY146" fmla="*/ 0 h 679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</a:cxnLst>
            <a:rect l="l" t="t" r="r" b="b"/>
            <a:pathLst>
              <a:path w="800737" h="679885">
                <a:moveTo>
                  <a:pt x="344841" y="631701"/>
                </a:moveTo>
                <a:cubicBezTo>
                  <a:pt x="350943" y="631701"/>
                  <a:pt x="355827" y="636584"/>
                  <a:pt x="355827" y="642687"/>
                </a:cubicBezTo>
                <a:cubicBezTo>
                  <a:pt x="355827" y="647570"/>
                  <a:pt x="350943" y="652452"/>
                  <a:pt x="344841" y="652452"/>
                </a:cubicBezTo>
                <a:cubicBezTo>
                  <a:pt x="338737" y="652452"/>
                  <a:pt x="335075" y="647570"/>
                  <a:pt x="335075" y="642687"/>
                </a:cubicBezTo>
                <a:cubicBezTo>
                  <a:pt x="335075" y="636584"/>
                  <a:pt x="338737" y="631701"/>
                  <a:pt x="344841" y="631701"/>
                </a:cubicBezTo>
                <a:close/>
                <a:moveTo>
                  <a:pt x="344841" y="587757"/>
                </a:moveTo>
                <a:cubicBezTo>
                  <a:pt x="350943" y="587757"/>
                  <a:pt x="355827" y="592383"/>
                  <a:pt x="355827" y="598165"/>
                </a:cubicBezTo>
                <a:cubicBezTo>
                  <a:pt x="355827" y="603947"/>
                  <a:pt x="350943" y="608573"/>
                  <a:pt x="344841" y="608573"/>
                </a:cubicBezTo>
                <a:cubicBezTo>
                  <a:pt x="338737" y="608573"/>
                  <a:pt x="335075" y="603947"/>
                  <a:pt x="335075" y="598165"/>
                </a:cubicBezTo>
                <a:cubicBezTo>
                  <a:pt x="335075" y="592383"/>
                  <a:pt x="338737" y="587757"/>
                  <a:pt x="344841" y="587757"/>
                </a:cubicBezTo>
                <a:close/>
                <a:moveTo>
                  <a:pt x="344841" y="543812"/>
                </a:moveTo>
                <a:cubicBezTo>
                  <a:pt x="350943" y="543812"/>
                  <a:pt x="355827" y="547474"/>
                  <a:pt x="355827" y="553577"/>
                </a:cubicBezTo>
                <a:cubicBezTo>
                  <a:pt x="355827" y="559681"/>
                  <a:pt x="350943" y="564563"/>
                  <a:pt x="344841" y="564563"/>
                </a:cubicBezTo>
                <a:cubicBezTo>
                  <a:pt x="338737" y="564563"/>
                  <a:pt x="335075" y="559681"/>
                  <a:pt x="335075" y="553577"/>
                </a:cubicBezTo>
                <a:cubicBezTo>
                  <a:pt x="335075" y="547474"/>
                  <a:pt x="338737" y="543812"/>
                  <a:pt x="344841" y="543812"/>
                </a:cubicBezTo>
                <a:close/>
                <a:moveTo>
                  <a:pt x="157014" y="510106"/>
                </a:moveTo>
                <a:cubicBezTo>
                  <a:pt x="139465" y="510106"/>
                  <a:pt x="124424" y="523839"/>
                  <a:pt x="124424" y="541317"/>
                </a:cubicBezTo>
                <a:cubicBezTo>
                  <a:pt x="124424" y="558794"/>
                  <a:pt x="139465" y="573775"/>
                  <a:pt x="157014" y="573775"/>
                </a:cubicBezTo>
                <a:cubicBezTo>
                  <a:pt x="174562" y="573775"/>
                  <a:pt x="188350" y="558794"/>
                  <a:pt x="188350" y="541317"/>
                </a:cubicBezTo>
                <a:cubicBezTo>
                  <a:pt x="188350" y="523839"/>
                  <a:pt x="174562" y="510106"/>
                  <a:pt x="157014" y="510106"/>
                </a:cubicBezTo>
                <a:close/>
                <a:moveTo>
                  <a:pt x="157014" y="488883"/>
                </a:moveTo>
                <a:cubicBezTo>
                  <a:pt x="182082" y="488883"/>
                  <a:pt x="203391" y="507609"/>
                  <a:pt x="208405" y="531329"/>
                </a:cubicBezTo>
                <a:lnTo>
                  <a:pt x="257289" y="531329"/>
                </a:lnTo>
                <a:cubicBezTo>
                  <a:pt x="274837" y="531329"/>
                  <a:pt x="289879" y="546310"/>
                  <a:pt x="289879" y="565036"/>
                </a:cubicBezTo>
                <a:lnTo>
                  <a:pt x="289879" y="641190"/>
                </a:lnTo>
                <a:cubicBezTo>
                  <a:pt x="289879" y="647432"/>
                  <a:pt x="284865" y="652426"/>
                  <a:pt x="279851" y="652426"/>
                </a:cubicBezTo>
                <a:cubicBezTo>
                  <a:pt x="273583" y="652426"/>
                  <a:pt x="269823" y="647432"/>
                  <a:pt x="269823" y="641190"/>
                </a:cubicBezTo>
                <a:lnTo>
                  <a:pt x="269823" y="565036"/>
                </a:lnTo>
                <a:cubicBezTo>
                  <a:pt x="269823" y="557546"/>
                  <a:pt x="263557" y="552552"/>
                  <a:pt x="257289" y="552552"/>
                </a:cubicBezTo>
                <a:lnTo>
                  <a:pt x="208405" y="552552"/>
                </a:lnTo>
                <a:cubicBezTo>
                  <a:pt x="203391" y="576272"/>
                  <a:pt x="182082" y="594998"/>
                  <a:pt x="157014" y="594998"/>
                </a:cubicBezTo>
                <a:cubicBezTo>
                  <a:pt x="126931" y="594998"/>
                  <a:pt x="104369" y="570030"/>
                  <a:pt x="104369" y="541317"/>
                </a:cubicBezTo>
                <a:cubicBezTo>
                  <a:pt x="104369" y="512603"/>
                  <a:pt x="126931" y="488883"/>
                  <a:pt x="157014" y="488883"/>
                </a:cubicBezTo>
                <a:close/>
                <a:moveTo>
                  <a:pt x="567051" y="460579"/>
                </a:moveTo>
                <a:cubicBezTo>
                  <a:pt x="553107" y="460579"/>
                  <a:pt x="541699" y="471768"/>
                  <a:pt x="541699" y="486686"/>
                </a:cubicBezTo>
                <a:cubicBezTo>
                  <a:pt x="541699" y="500361"/>
                  <a:pt x="553107" y="511549"/>
                  <a:pt x="567051" y="511549"/>
                </a:cubicBezTo>
                <a:cubicBezTo>
                  <a:pt x="582263" y="511549"/>
                  <a:pt x="593671" y="500361"/>
                  <a:pt x="593671" y="486686"/>
                </a:cubicBezTo>
                <a:cubicBezTo>
                  <a:pt x="593671" y="471768"/>
                  <a:pt x="582263" y="460579"/>
                  <a:pt x="567051" y="460579"/>
                </a:cubicBezTo>
                <a:close/>
                <a:moveTo>
                  <a:pt x="567051" y="439445"/>
                </a:moveTo>
                <a:cubicBezTo>
                  <a:pt x="593671" y="439445"/>
                  <a:pt x="613953" y="460579"/>
                  <a:pt x="613953" y="486686"/>
                </a:cubicBezTo>
                <a:cubicBezTo>
                  <a:pt x="613953" y="511549"/>
                  <a:pt x="593671" y="532683"/>
                  <a:pt x="567051" y="532683"/>
                </a:cubicBezTo>
                <a:cubicBezTo>
                  <a:pt x="559445" y="532683"/>
                  <a:pt x="551839" y="531440"/>
                  <a:pt x="545501" y="527710"/>
                </a:cubicBezTo>
                <a:cubicBezTo>
                  <a:pt x="544235" y="527710"/>
                  <a:pt x="544235" y="527710"/>
                  <a:pt x="544235" y="528954"/>
                </a:cubicBezTo>
                <a:lnTo>
                  <a:pt x="492263" y="596085"/>
                </a:lnTo>
                <a:cubicBezTo>
                  <a:pt x="488459" y="598571"/>
                  <a:pt x="487191" y="603544"/>
                  <a:pt x="487191" y="608517"/>
                </a:cubicBezTo>
                <a:lnTo>
                  <a:pt x="487191" y="664459"/>
                </a:lnTo>
                <a:cubicBezTo>
                  <a:pt x="487191" y="669432"/>
                  <a:pt x="482121" y="674405"/>
                  <a:pt x="475783" y="674405"/>
                </a:cubicBezTo>
                <a:cubicBezTo>
                  <a:pt x="470713" y="674405"/>
                  <a:pt x="466909" y="669432"/>
                  <a:pt x="466909" y="664459"/>
                </a:cubicBezTo>
                <a:lnTo>
                  <a:pt x="466909" y="608517"/>
                </a:lnTo>
                <a:cubicBezTo>
                  <a:pt x="466909" y="598571"/>
                  <a:pt x="469445" y="589869"/>
                  <a:pt x="474515" y="582410"/>
                </a:cubicBezTo>
                <a:lnTo>
                  <a:pt x="527755" y="516522"/>
                </a:lnTo>
                <a:cubicBezTo>
                  <a:pt x="527755" y="515279"/>
                  <a:pt x="529023" y="514035"/>
                  <a:pt x="529023" y="514035"/>
                </a:cubicBezTo>
                <a:cubicBezTo>
                  <a:pt x="523953" y="505333"/>
                  <a:pt x="520149" y="496631"/>
                  <a:pt x="520149" y="486686"/>
                </a:cubicBezTo>
                <a:cubicBezTo>
                  <a:pt x="520149" y="460579"/>
                  <a:pt x="541699" y="439445"/>
                  <a:pt x="567051" y="439445"/>
                </a:cubicBezTo>
                <a:close/>
                <a:moveTo>
                  <a:pt x="265939" y="295981"/>
                </a:moveTo>
                <a:cubicBezTo>
                  <a:pt x="248703" y="295981"/>
                  <a:pt x="235159" y="309784"/>
                  <a:pt x="235159" y="327350"/>
                </a:cubicBezTo>
                <a:cubicBezTo>
                  <a:pt x="235159" y="344917"/>
                  <a:pt x="248703" y="359974"/>
                  <a:pt x="265939" y="359974"/>
                </a:cubicBezTo>
                <a:cubicBezTo>
                  <a:pt x="283177" y="359974"/>
                  <a:pt x="296719" y="344917"/>
                  <a:pt x="296719" y="327350"/>
                </a:cubicBezTo>
                <a:cubicBezTo>
                  <a:pt x="296719" y="309784"/>
                  <a:pt x="283177" y="295981"/>
                  <a:pt x="265939" y="295981"/>
                </a:cubicBezTo>
                <a:close/>
                <a:moveTo>
                  <a:pt x="533585" y="291771"/>
                </a:moveTo>
                <a:cubicBezTo>
                  <a:pt x="516347" y="291771"/>
                  <a:pt x="502805" y="305588"/>
                  <a:pt x="502805" y="323175"/>
                </a:cubicBezTo>
                <a:cubicBezTo>
                  <a:pt x="502805" y="340761"/>
                  <a:pt x="516347" y="354579"/>
                  <a:pt x="533585" y="354579"/>
                </a:cubicBezTo>
                <a:cubicBezTo>
                  <a:pt x="552053" y="354579"/>
                  <a:pt x="565595" y="340761"/>
                  <a:pt x="565595" y="323175"/>
                </a:cubicBezTo>
                <a:cubicBezTo>
                  <a:pt x="565595" y="305588"/>
                  <a:pt x="552053" y="291771"/>
                  <a:pt x="533585" y="291771"/>
                </a:cubicBezTo>
                <a:close/>
                <a:moveTo>
                  <a:pt x="265939" y="274650"/>
                </a:moveTo>
                <a:cubicBezTo>
                  <a:pt x="294257" y="274650"/>
                  <a:pt x="317649" y="298491"/>
                  <a:pt x="317649" y="327350"/>
                </a:cubicBezTo>
                <a:cubicBezTo>
                  <a:pt x="317649" y="339898"/>
                  <a:pt x="313957" y="351191"/>
                  <a:pt x="306569" y="361229"/>
                </a:cubicBezTo>
                <a:lnTo>
                  <a:pt x="341043" y="388834"/>
                </a:lnTo>
                <a:cubicBezTo>
                  <a:pt x="350893" y="396363"/>
                  <a:pt x="355817" y="406401"/>
                  <a:pt x="355817" y="418949"/>
                </a:cubicBezTo>
                <a:lnTo>
                  <a:pt x="355817" y="509292"/>
                </a:lnTo>
                <a:cubicBezTo>
                  <a:pt x="355817" y="515566"/>
                  <a:pt x="350893" y="520585"/>
                  <a:pt x="344737" y="520585"/>
                </a:cubicBezTo>
                <a:cubicBezTo>
                  <a:pt x="339811" y="520585"/>
                  <a:pt x="334887" y="515566"/>
                  <a:pt x="334887" y="509292"/>
                </a:cubicBezTo>
                <a:lnTo>
                  <a:pt x="334887" y="418949"/>
                </a:lnTo>
                <a:cubicBezTo>
                  <a:pt x="334887" y="413930"/>
                  <a:pt x="333655" y="408911"/>
                  <a:pt x="328731" y="405146"/>
                </a:cubicBezTo>
                <a:lnTo>
                  <a:pt x="290563" y="375032"/>
                </a:lnTo>
                <a:cubicBezTo>
                  <a:pt x="283177" y="378796"/>
                  <a:pt x="274557" y="381306"/>
                  <a:pt x="265939" y="381306"/>
                </a:cubicBezTo>
                <a:cubicBezTo>
                  <a:pt x="237621" y="381306"/>
                  <a:pt x="214229" y="357465"/>
                  <a:pt x="214229" y="327350"/>
                </a:cubicBezTo>
                <a:cubicBezTo>
                  <a:pt x="214229" y="298491"/>
                  <a:pt x="237621" y="274650"/>
                  <a:pt x="265939" y="274650"/>
                </a:cubicBezTo>
                <a:close/>
                <a:moveTo>
                  <a:pt x="533585" y="269160"/>
                </a:moveTo>
                <a:cubicBezTo>
                  <a:pt x="563133" y="269160"/>
                  <a:pt x="586525" y="293027"/>
                  <a:pt x="586525" y="323175"/>
                </a:cubicBezTo>
                <a:cubicBezTo>
                  <a:pt x="586525" y="352066"/>
                  <a:pt x="563133" y="375933"/>
                  <a:pt x="533585" y="375933"/>
                </a:cubicBezTo>
                <a:cubicBezTo>
                  <a:pt x="527429" y="375933"/>
                  <a:pt x="522503" y="374677"/>
                  <a:pt x="518809" y="373421"/>
                </a:cubicBezTo>
                <a:cubicBezTo>
                  <a:pt x="517579" y="373421"/>
                  <a:pt x="517579" y="374677"/>
                  <a:pt x="516347" y="374677"/>
                </a:cubicBezTo>
                <a:lnTo>
                  <a:pt x="469561" y="427436"/>
                </a:lnTo>
                <a:cubicBezTo>
                  <a:pt x="467099" y="431204"/>
                  <a:pt x="464637" y="434972"/>
                  <a:pt x="464637" y="439997"/>
                </a:cubicBezTo>
                <a:lnTo>
                  <a:pt x="464637" y="580686"/>
                </a:lnTo>
                <a:cubicBezTo>
                  <a:pt x="464637" y="585711"/>
                  <a:pt x="460943" y="591992"/>
                  <a:pt x="454787" y="591992"/>
                </a:cubicBezTo>
                <a:cubicBezTo>
                  <a:pt x="448631" y="591992"/>
                  <a:pt x="444937" y="585711"/>
                  <a:pt x="444937" y="580686"/>
                </a:cubicBezTo>
                <a:lnTo>
                  <a:pt x="444937" y="439997"/>
                </a:lnTo>
                <a:cubicBezTo>
                  <a:pt x="444937" y="429948"/>
                  <a:pt x="447401" y="421155"/>
                  <a:pt x="454787" y="413618"/>
                </a:cubicBezTo>
                <a:lnTo>
                  <a:pt x="500341" y="363372"/>
                </a:lnTo>
                <a:cubicBezTo>
                  <a:pt x="489261" y="353322"/>
                  <a:pt x="481873" y="339505"/>
                  <a:pt x="481873" y="323175"/>
                </a:cubicBezTo>
                <a:cubicBezTo>
                  <a:pt x="481873" y="293027"/>
                  <a:pt x="505267" y="269160"/>
                  <a:pt x="533585" y="269160"/>
                </a:cubicBezTo>
                <a:close/>
                <a:moveTo>
                  <a:pt x="397631" y="224511"/>
                </a:moveTo>
                <a:cubicBezTo>
                  <a:pt x="380441" y="224511"/>
                  <a:pt x="366935" y="238273"/>
                  <a:pt x="366935" y="255787"/>
                </a:cubicBezTo>
                <a:cubicBezTo>
                  <a:pt x="366935" y="273301"/>
                  <a:pt x="380441" y="288314"/>
                  <a:pt x="397631" y="288314"/>
                </a:cubicBezTo>
                <a:cubicBezTo>
                  <a:pt x="414821" y="288314"/>
                  <a:pt x="429555" y="273301"/>
                  <a:pt x="429555" y="255787"/>
                </a:cubicBezTo>
                <a:cubicBezTo>
                  <a:pt x="429555" y="238273"/>
                  <a:pt x="414821" y="224511"/>
                  <a:pt x="397631" y="224511"/>
                </a:cubicBezTo>
                <a:close/>
                <a:moveTo>
                  <a:pt x="397631" y="203244"/>
                </a:moveTo>
                <a:cubicBezTo>
                  <a:pt x="425871" y="203244"/>
                  <a:pt x="449201" y="227013"/>
                  <a:pt x="449201" y="255787"/>
                </a:cubicBezTo>
                <a:cubicBezTo>
                  <a:pt x="449201" y="282059"/>
                  <a:pt x="432011" y="302075"/>
                  <a:pt x="408681" y="307079"/>
                </a:cubicBezTo>
                <a:lnTo>
                  <a:pt x="408681" y="669877"/>
                </a:lnTo>
                <a:cubicBezTo>
                  <a:pt x="408681" y="674881"/>
                  <a:pt x="403771" y="679885"/>
                  <a:pt x="397631" y="679885"/>
                </a:cubicBezTo>
                <a:cubicBezTo>
                  <a:pt x="392719" y="679885"/>
                  <a:pt x="387809" y="674881"/>
                  <a:pt x="387809" y="669877"/>
                </a:cubicBezTo>
                <a:lnTo>
                  <a:pt x="387809" y="307079"/>
                </a:lnTo>
                <a:cubicBezTo>
                  <a:pt x="363251" y="302075"/>
                  <a:pt x="346061" y="282059"/>
                  <a:pt x="346061" y="255787"/>
                </a:cubicBezTo>
                <a:cubicBezTo>
                  <a:pt x="346061" y="227013"/>
                  <a:pt x="369391" y="203244"/>
                  <a:pt x="397631" y="203244"/>
                </a:cubicBezTo>
                <a:close/>
                <a:moveTo>
                  <a:pt x="286869" y="0"/>
                </a:moveTo>
                <a:cubicBezTo>
                  <a:pt x="359209" y="0"/>
                  <a:pt x="422819" y="43397"/>
                  <a:pt x="449011" y="107871"/>
                </a:cubicBezTo>
                <a:cubicBezTo>
                  <a:pt x="468967" y="92993"/>
                  <a:pt x="493913" y="85553"/>
                  <a:pt x="518859" y="85553"/>
                </a:cubicBezTo>
                <a:cubicBezTo>
                  <a:pt x="589951" y="85553"/>
                  <a:pt x="648573" y="145068"/>
                  <a:pt x="648573" y="218222"/>
                </a:cubicBezTo>
                <a:lnTo>
                  <a:pt x="648573" y="220702"/>
                </a:lnTo>
                <a:lnTo>
                  <a:pt x="674765" y="220702"/>
                </a:lnTo>
                <a:cubicBezTo>
                  <a:pt x="744611" y="220702"/>
                  <a:pt x="800737" y="276498"/>
                  <a:pt x="800737" y="345932"/>
                </a:cubicBezTo>
                <a:cubicBezTo>
                  <a:pt x="800737" y="415367"/>
                  <a:pt x="744611" y="471162"/>
                  <a:pt x="674765" y="471162"/>
                </a:cubicBezTo>
                <a:lnTo>
                  <a:pt x="634853" y="471162"/>
                </a:lnTo>
                <a:cubicBezTo>
                  <a:pt x="628617" y="471162"/>
                  <a:pt x="623627" y="466203"/>
                  <a:pt x="623627" y="461243"/>
                </a:cubicBezTo>
                <a:cubicBezTo>
                  <a:pt x="623627" y="455043"/>
                  <a:pt x="628617" y="450084"/>
                  <a:pt x="634853" y="450084"/>
                </a:cubicBezTo>
                <a:lnTo>
                  <a:pt x="674765" y="450084"/>
                </a:lnTo>
                <a:cubicBezTo>
                  <a:pt x="733385" y="450084"/>
                  <a:pt x="779535" y="402968"/>
                  <a:pt x="779535" y="345932"/>
                </a:cubicBezTo>
                <a:cubicBezTo>
                  <a:pt x="779535" y="287657"/>
                  <a:pt x="733385" y="241781"/>
                  <a:pt x="674765" y="241781"/>
                </a:cubicBezTo>
                <a:lnTo>
                  <a:pt x="637347" y="241781"/>
                </a:lnTo>
                <a:cubicBezTo>
                  <a:pt x="634853" y="241781"/>
                  <a:pt x="631111" y="239301"/>
                  <a:pt x="628617" y="236821"/>
                </a:cubicBezTo>
                <a:cubicBezTo>
                  <a:pt x="627369" y="235581"/>
                  <a:pt x="627369" y="233101"/>
                  <a:pt x="627369" y="229382"/>
                </a:cubicBezTo>
                <a:cubicBezTo>
                  <a:pt x="627369" y="225662"/>
                  <a:pt x="627369" y="221942"/>
                  <a:pt x="627369" y="218222"/>
                </a:cubicBezTo>
                <a:cubicBezTo>
                  <a:pt x="627369" y="157467"/>
                  <a:pt x="578727" y="106631"/>
                  <a:pt x="518859" y="106631"/>
                </a:cubicBezTo>
                <a:cubicBezTo>
                  <a:pt x="493913" y="106631"/>
                  <a:pt x="468967" y="115311"/>
                  <a:pt x="450259" y="132669"/>
                </a:cubicBezTo>
                <a:cubicBezTo>
                  <a:pt x="446517" y="135149"/>
                  <a:pt x="444023" y="136389"/>
                  <a:pt x="440281" y="133909"/>
                </a:cubicBezTo>
                <a:cubicBezTo>
                  <a:pt x="436539" y="133909"/>
                  <a:pt x="434045" y="130190"/>
                  <a:pt x="432797" y="127710"/>
                </a:cubicBezTo>
                <a:cubicBezTo>
                  <a:pt x="415335" y="64475"/>
                  <a:pt x="355467" y="21078"/>
                  <a:pt x="286869" y="21078"/>
                </a:cubicBezTo>
                <a:cubicBezTo>
                  <a:pt x="203303" y="21078"/>
                  <a:pt x="135951" y="85553"/>
                  <a:pt x="135951" y="164907"/>
                </a:cubicBezTo>
                <a:cubicBezTo>
                  <a:pt x="135951" y="185985"/>
                  <a:pt x="140940" y="207063"/>
                  <a:pt x="149671" y="225662"/>
                </a:cubicBezTo>
                <a:cubicBezTo>
                  <a:pt x="152165" y="229382"/>
                  <a:pt x="152165" y="233101"/>
                  <a:pt x="149671" y="235581"/>
                </a:cubicBezTo>
                <a:cubicBezTo>
                  <a:pt x="148423" y="239301"/>
                  <a:pt x="143434" y="241781"/>
                  <a:pt x="140940" y="241781"/>
                </a:cubicBezTo>
                <a:lnTo>
                  <a:pt x="125973" y="241781"/>
                </a:lnTo>
                <a:cubicBezTo>
                  <a:pt x="68599" y="241781"/>
                  <a:pt x="21203" y="287657"/>
                  <a:pt x="21203" y="345932"/>
                </a:cubicBezTo>
                <a:cubicBezTo>
                  <a:pt x="21203" y="402968"/>
                  <a:pt x="68599" y="450084"/>
                  <a:pt x="125973" y="450084"/>
                </a:cubicBezTo>
                <a:lnTo>
                  <a:pt x="127220" y="450084"/>
                </a:lnTo>
                <a:cubicBezTo>
                  <a:pt x="134704" y="451324"/>
                  <a:pt x="234483" y="450084"/>
                  <a:pt x="300589" y="450084"/>
                </a:cubicBezTo>
                <a:cubicBezTo>
                  <a:pt x="305577" y="450084"/>
                  <a:pt x="310567" y="455043"/>
                  <a:pt x="310567" y="461243"/>
                </a:cubicBezTo>
                <a:cubicBezTo>
                  <a:pt x="311813" y="466203"/>
                  <a:pt x="305577" y="471162"/>
                  <a:pt x="300589" y="471162"/>
                </a:cubicBezTo>
                <a:cubicBezTo>
                  <a:pt x="243215" y="471162"/>
                  <a:pt x="204550" y="471162"/>
                  <a:pt x="178357" y="471162"/>
                </a:cubicBezTo>
                <a:cubicBezTo>
                  <a:pt x="142187" y="471162"/>
                  <a:pt x="129715" y="471162"/>
                  <a:pt x="125973" y="471162"/>
                </a:cubicBezTo>
                <a:cubicBezTo>
                  <a:pt x="57374" y="471162"/>
                  <a:pt x="0" y="415367"/>
                  <a:pt x="0" y="345932"/>
                </a:cubicBezTo>
                <a:cubicBezTo>
                  <a:pt x="0" y="276498"/>
                  <a:pt x="56126" y="221942"/>
                  <a:pt x="124726" y="220702"/>
                </a:cubicBezTo>
                <a:cubicBezTo>
                  <a:pt x="118489" y="202104"/>
                  <a:pt x="114747" y="183505"/>
                  <a:pt x="114747" y="164907"/>
                </a:cubicBezTo>
                <a:cubicBezTo>
                  <a:pt x="114747" y="73154"/>
                  <a:pt x="192077" y="0"/>
                  <a:pt x="286869" y="0"/>
                </a:cubicBezTo>
                <a:close/>
              </a:path>
            </a:pathLst>
          </a:custGeom>
          <a:solidFill>
            <a:srgbClr val="94C11E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9" name="Freeform 32">
            <a:extLst>
              <a:ext uri="{FF2B5EF4-FFF2-40B4-BE49-F238E27FC236}">
                <a16:creationId xmlns:a16="http://schemas.microsoft.com/office/drawing/2014/main" id="{7C3E5D9F-3560-4D4C-8EB4-E6BA0F1EDE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8711" y="5754994"/>
            <a:ext cx="378397" cy="337201"/>
          </a:xfrm>
          <a:custGeom>
            <a:avLst/>
            <a:gdLst>
              <a:gd name="connsiteX0" fmla="*/ 455275 w 756793"/>
              <a:gd name="connsiteY0" fmla="*/ 598742 h 674402"/>
              <a:gd name="connsiteX1" fmla="*/ 465615 w 756793"/>
              <a:gd name="connsiteY1" fmla="*/ 609082 h 674402"/>
              <a:gd name="connsiteX2" fmla="*/ 455275 w 756793"/>
              <a:gd name="connsiteY2" fmla="*/ 619422 h 674402"/>
              <a:gd name="connsiteX3" fmla="*/ 444937 w 756793"/>
              <a:gd name="connsiteY3" fmla="*/ 609082 h 674402"/>
              <a:gd name="connsiteX4" fmla="*/ 455275 w 756793"/>
              <a:gd name="connsiteY4" fmla="*/ 598742 h 674402"/>
              <a:gd name="connsiteX5" fmla="*/ 405263 w 756793"/>
              <a:gd name="connsiteY5" fmla="*/ 598742 h 674402"/>
              <a:gd name="connsiteX6" fmla="*/ 416249 w 756793"/>
              <a:gd name="connsiteY6" fmla="*/ 609082 h 674402"/>
              <a:gd name="connsiteX7" fmla="*/ 405263 w 756793"/>
              <a:gd name="connsiteY7" fmla="*/ 619422 h 674402"/>
              <a:gd name="connsiteX8" fmla="*/ 395497 w 756793"/>
              <a:gd name="connsiteY8" fmla="*/ 609082 h 674402"/>
              <a:gd name="connsiteX9" fmla="*/ 405263 w 756793"/>
              <a:gd name="connsiteY9" fmla="*/ 598742 h 674402"/>
              <a:gd name="connsiteX10" fmla="*/ 356401 w 756793"/>
              <a:gd name="connsiteY10" fmla="*/ 598742 h 674402"/>
              <a:gd name="connsiteX11" fmla="*/ 366741 w 756793"/>
              <a:gd name="connsiteY11" fmla="*/ 609082 h 674402"/>
              <a:gd name="connsiteX12" fmla="*/ 356401 w 756793"/>
              <a:gd name="connsiteY12" fmla="*/ 619422 h 674402"/>
              <a:gd name="connsiteX13" fmla="*/ 346061 w 756793"/>
              <a:gd name="connsiteY13" fmla="*/ 609082 h 674402"/>
              <a:gd name="connsiteX14" fmla="*/ 356401 w 756793"/>
              <a:gd name="connsiteY14" fmla="*/ 598742 h 674402"/>
              <a:gd name="connsiteX15" fmla="*/ 224789 w 756793"/>
              <a:gd name="connsiteY15" fmla="*/ 530065 h 674402"/>
              <a:gd name="connsiteX16" fmla="*/ 224789 w 756793"/>
              <a:gd name="connsiteY16" fmla="*/ 597256 h 674402"/>
              <a:gd name="connsiteX17" fmla="*/ 403373 w 756793"/>
              <a:gd name="connsiteY17" fmla="*/ 653249 h 674402"/>
              <a:gd name="connsiteX18" fmla="*/ 584453 w 756793"/>
              <a:gd name="connsiteY18" fmla="*/ 597256 h 674402"/>
              <a:gd name="connsiteX19" fmla="*/ 584453 w 756793"/>
              <a:gd name="connsiteY19" fmla="*/ 594768 h 674402"/>
              <a:gd name="connsiteX20" fmla="*/ 584453 w 756793"/>
              <a:gd name="connsiteY20" fmla="*/ 530065 h 674402"/>
              <a:gd name="connsiteX21" fmla="*/ 403373 w 756793"/>
              <a:gd name="connsiteY21" fmla="*/ 571126 h 674402"/>
              <a:gd name="connsiteX22" fmla="*/ 224789 w 756793"/>
              <a:gd name="connsiteY22" fmla="*/ 530065 h 674402"/>
              <a:gd name="connsiteX23" fmla="*/ 455275 w 756793"/>
              <a:gd name="connsiteY23" fmla="*/ 499866 h 674402"/>
              <a:gd name="connsiteX24" fmla="*/ 465615 w 756793"/>
              <a:gd name="connsiteY24" fmla="*/ 510206 h 674402"/>
              <a:gd name="connsiteX25" fmla="*/ 455275 w 756793"/>
              <a:gd name="connsiteY25" fmla="*/ 520546 h 674402"/>
              <a:gd name="connsiteX26" fmla="*/ 444937 w 756793"/>
              <a:gd name="connsiteY26" fmla="*/ 510206 h 674402"/>
              <a:gd name="connsiteX27" fmla="*/ 455275 w 756793"/>
              <a:gd name="connsiteY27" fmla="*/ 499866 h 674402"/>
              <a:gd name="connsiteX28" fmla="*/ 405263 w 756793"/>
              <a:gd name="connsiteY28" fmla="*/ 499866 h 674402"/>
              <a:gd name="connsiteX29" fmla="*/ 416249 w 756793"/>
              <a:gd name="connsiteY29" fmla="*/ 510206 h 674402"/>
              <a:gd name="connsiteX30" fmla="*/ 405263 w 756793"/>
              <a:gd name="connsiteY30" fmla="*/ 520546 h 674402"/>
              <a:gd name="connsiteX31" fmla="*/ 395497 w 756793"/>
              <a:gd name="connsiteY31" fmla="*/ 510206 h 674402"/>
              <a:gd name="connsiteX32" fmla="*/ 405263 w 756793"/>
              <a:gd name="connsiteY32" fmla="*/ 499866 h 674402"/>
              <a:gd name="connsiteX33" fmla="*/ 356401 w 756793"/>
              <a:gd name="connsiteY33" fmla="*/ 499866 h 674402"/>
              <a:gd name="connsiteX34" fmla="*/ 366741 w 756793"/>
              <a:gd name="connsiteY34" fmla="*/ 510206 h 674402"/>
              <a:gd name="connsiteX35" fmla="*/ 356401 w 756793"/>
              <a:gd name="connsiteY35" fmla="*/ 520546 h 674402"/>
              <a:gd name="connsiteX36" fmla="*/ 346061 w 756793"/>
              <a:gd name="connsiteY36" fmla="*/ 510206 h 674402"/>
              <a:gd name="connsiteX37" fmla="*/ 356401 w 756793"/>
              <a:gd name="connsiteY37" fmla="*/ 499866 h 674402"/>
              <a:gd name="connsiteX38" fmla="*/ 224789 w 756793"/>
              <a:gd name="connsiteY38" fmla="*/ 428034 h 674402"/>
              <a:gd name="connsiteX39" fmla="*/ 224789 w 756793"/>
              <a:gd name="connsiteY39" fmla="*/ 493981 h 674402"/>
              <a:gd name="connsiteX40" fmla="*/ 403373 w 756793"/>
              <a:gd name="connsiteY40" fmla="*/ 549973 h 674402"/>
              <a:gd name="connsiteX41" fmla="*/ 584453 w 756793"/>
              <a:gd name="connsiteY41" fmla="*/ 493981 h 674402"/>
              <a:gd name="connsiteX42" fmla="*/ 584453 w 756793"/>
              <a:gd name="connsiteY42" fmla="*/ 428034 h 674402"/>
              <a:gd name="connsiteX43" fmla="*/ 403373 w 756793"/>
              <a:gd name="connsiteY43" fmla="*/ 469095 h 674402"/>
              <a:gd name="connsiteX44" fmla="*/ 224789 w 756793"/>
              <a:gd name="connsiteY44" fmla="*/ 428034 h 674402"/>
              <a:gd name="connsiteX45" fmla="*/ 455275 w 756793"/>
              <a:gd name="connsiteY45" fmla="*/ 400992 h 674402"/>
              <a:gd name="connsiteX46" fmla="*/ 465615 w 756793"/>
              <a:gd name="connsiteY46" fmla="*/ 411332 h 674402"/>
              <a:gd name="connsiteX47" fmla="*/ 455275 w 756793"/>
              <a:gd name="connsiteY47" fmla="*/ 421672 h 674402"/>
              <a:gd name="connsiteX48" fmla="*/ 444937 w 756793"/>
              <a:gd name="connsiteY48" fmla="*/ 411332 h 674402"/>
              <a:gd name="connsiteX49" fmla="*/ 455275 w 756793"/>
              <a:gd name="connsiteY49" fmla="*/ 400992 h 674402"/>
              <a:gd name="connsiteX50" fmla="*/ 405263 w 756793"/>
              <a:gd name="connsiteY50" fmla="*/ 400992 h 674402"/>
              <a:gd name="connsiteX51" fmla="*/ 416249 w 756793"/>
              <a:gd name="connsiteY51" fmla="*/ 411332 h 674402"/>
              <a:gd name="connsiteX52" fmla="*/ 405263 w 756793"/>
              <a:gd name="connsiteY52" fmla="*/ 421672 h 674402"/>
              <a:gd name="connsiteX53" fmla="*/ 395497 w 756793"/>
              <a:gd name="connsiteY53" fmla="*/ 411332 h 674402"/>
              <a:gd name="connsiteX54" fmla="*/ 405263 w 756793"/>
              <a:gd name="connsiteY54" fmla="*/ 400992 h 674402"/>
              <a:gd name="connsiteX55" fmla="*/ 356401 w 756793"/>
              <a:gd name="connsiteY55" fmla="*/ 400992 h 674402"/>
              <a:gd name="connsiteX56" fmla="*/ 366741 w 756793"/>
              <a:gd name="connsiteY56" fmla="*/ 411332 h 674402"/>
              <a:gd name="connsiteX57" fmla="*/ 356401 w 756793"/>
              <a:gd name="connsiteY57" fmla="*/ 421672 h 674402"/>
              <a:gd name="connsiteX58" fmla="*/ 346061 w 756793"/>
              <a:gd name="connsiteY58" fmla="*/ 411332 h 674402"/>
              <a:gd name="connsiteX59" fmla="*/ 356401 w 756793"/>
              <a:gd name="connsiteY59" fmla="*/ 400992 h 674402"/>
              <a:gd name="connsiteX60" fmla="*/ 224789 w 756793"/>
              <a:gd name="connsiteY60" fmla="*/ 340934 h 674402"/>
              <a:gd name="connsiteX61" fmla="*/ 224789 w 756793"/>
              <a:gd name="connsiteY61" fmla="*/ 393194 h 674402"/>
              <a:gd name="connsiteX62" fmla="*/ 403373 w 756793"/>
              <a:gd name="connsiteY62" fmla="*/ 447942 h 674402"/>
              <a:gd name="connsiteX63" fmla="*/ 584453 w 756793"/>
              <a:gd name="connsiteY63" fmla="*/ 393194 h 674402"/>
              <a:gd name="connsiteX64" fmla="*/ 584453 w 756793"/>
              <a:gd name="connsiteY64" fmla="*/ 340934 h 674402"/>
              <a:gd name="connsiteX65" fmla="*/ 403373 w 756793"/>
              <a:gd name="connsiteY65" fmla="*/ 370797 h 674402"/>
              <a:gd name="connsiteX66" fmla="*/ 224789 w 756793"/>
              <a:gd name="connsiteY66" fmla="*/ 340934 h 674402"/>
              <a:gd name="connsiteX67" fmla="*/ 405223 w 756793"/>
              <a:gd name="connsiteY67" fmla="*/ 302118 h 674402"/>
              <a:gd name="connsiteX68" fmla="*/ 482125 w 756793"/>
              <a:gd name="connsiteY68" fmla="*/ 315850 h 674402"/>
              <a:gd name="connsiteX69" fmla="*/ 405223 w 756793"/>
              <a:gd name="connsiteY69" fmla="*/ 328334 h 674402"/>
              <a:gd name="connsiteX70" fmla="*/ 329581 w 756793"/>
              <a:gd name="connsiteY70" fmla="*/ 315850 h 674402"/>
              <a:gd name="connsiteX71" fmla="*/ 405223 w 756793"/>
              <a:gd name="connsiteY71" fmla="*/ 302118 h 674402"/>
              <a:gd name="connsiteX72" fmla="*/ 403373 w 756793"/>
              <a:gd name="connsiteY72" fmla="*/ 273742 h 674402"/>
              <a:gd name="connsiteX73" fmla="*/ 224789 w 756793"/>
              <a:gd name="connsiteY73" fmla="*/ 312315 h 674402"/>
              <a:gd name="connsiteX74" fmla="*/ 403373 w 756793"/>
              <a:gd name="connsiteY74" fmla="*/ 350888 h 674402"/>
              <a:gd name="connsiteX75" fmla="*/ 584453 w 756793"/>
              <a:gd name="connsiteY75" fmla="*/ 312315 h 674402"/>
              <a:gd name="connsiteX76" fmla="*/ 403373 w 756793"/>
              <a:gd name="connsiteY76" fmla="*/ 273742 h 674402"/>
              <a:gd name="connsiteX77" fmla="*/ 291591 w 756793"/>
              <a:gd name="connsiteY77" fmla="*/ 50676 h 674402"/>
              <a:gd name="connsiteX78" fmla="*/ 305145 w 756793"/>
              <a:gd name="connsiteY78" fmla="*/ 56878 h 674402"/>
              <a:gd name="connsiteX79" fmla="*/ 298985 w 756793"/>
              <a:gd name="connsiteY79" fmla="*/ 70522 h 674402"/>
              <a:gd name="connsiteX80" fmla="*/ 196721 w 756793"/>
              <a:gd name="connsiteY80" fmla="*/ 193317 h 674402"/>
              <a:gd name="connsiteX81" fmla="*/ 186865 w 756793"/>
              <a:gd name="connsiteY81" fmla="*/ 202000 h 674402"/>
              <a:gd name="connsiteX82" fmla="*/ 184401 w 756793"/>
              <a:gd name="connsiteY82" fmla="*/ 200759 h 674402"/>
              <a:gd name="connsiteX83" fmla="*/ 177008 w 756793"/>
              <a:gd name="connsiteY83" fmla="*/ 188356 h 674402"/>
              <a:gd name="connsiteX84" fmla="*/ 291591 w 756793"/>
              <a:gd name="connsiteY84" fmla="*/ 50676 h 674402"/>
              <a:gd name="connsiteX85" fmla="*/ 334687 w 756793"/>
              <a:gd name="connsiteY85" fmla="*/ 21153 h 674402"/>
              <a:gd name="connsiteX86" fmla="*/ 128630 w 756793"/>
              <a:gd name="connsiteY86" fmla="*/ 226460 h 674402"/>
              <a:gd name="connsiteX87" fmla="*/ 129879 w 756793"/>
              <a:gd name="connsiteY87" fmla="*/ 237658 h 674402"/>
              <a:gd name="connsiteX88" fmla="*/ 126132 w 756793"/>
              <a:gd name="connsiteY88" fmla="*/ 246368 h 674402"/>
              <a:gd name="connsiteX89" fmla="*/ 118639 w 756793"/>
              <a:gd name="connsiteY89" fmla="*/ 248857 h 674402"/>
              <a:gd name="connsiteX90" fmla="*/ 112395 w 756793"/>
              <a:gd name="connsiteY90" fmla="*/ 248857 h 674402"/>
              <a:gd name="connsiteX91" fmla="*/ 21230 w 756793"/>
              <a:gd name="connsiteY91" fmla="*/ 339689 h 674402"/>
              <a:gd name="connsiteX92" fmla="*/ 112395 w 756793"/>
              <a:gd name="connsiteY92" fmla="*/ 430522 h 674402"/>
              <a:gd name="connsiteX93" fmla="*/ 203559 w 756793"/>
              <a:gd name="connsiteY93" fmla="*/ 430522 h 674402"/>
              <a:gd name="connsiteX94" fmla="*/ 203559 w 756793"/>
              <a:gd name="connsiteY94" fmla="*/ 321025 h 674402"/>
              <a:gd name="connsiteX95" fmla="*/ 203559 w 756793"/>
              <a:gd name="connsiteY95" fmla="*/ 317292 h 674402"/>
              <a:gd name="connsiteX96" fmla="*/ 203559 w 756793"/>
              <a:gd name="connsiteY96" fmla="*/ 312315 h 674402"/>
              <a:gd name="connsiteX97" fmla="*/ 403373 w 756793"/>
              <a:gd name="connsiteY97" fmla="*/ 253834 h 674402"/>
              <a:gd name="connsiteX98" fmla="*/ 604435 w 756793"/>
              <a:gd name="connsiteY98" fmla="*/ 312315 h 674402"/>
              <a:gd name="connsiteX99" fmla="*/ 604435 w 756793"/>
              <a:gd name="connsiteY99" fmla="*/ 317292 h 674402"/>
              <a:gd name="connsiteX100" fmla="*/ 604435 w 756793"/>
              <a:gd name="connsiteY100" fmla="*/ 321025 h 674402"/>
              <a:gd name="connsiteX101" fmla="*/ 604435 w 756793"/>
              <a:gd name="connsiteY101" fmla="*/ 430522 h 674402"/>
              <a:gd name="connsiteX102" fmla="*/ 639401 w 756793"/>
              <a:gd name="connsiteY102" fmla="*/ 430522 h 674402"/>
              <a:gd name="connsiteX103" fmla="*/ 735561 w 756793"/>
              <a:gd name="connsiteY103" fmla="*/ 339689 h 674402"/>
              <a:gd name="connsiteX104" fmla="*/ 665627 w 756793"/>
              <a:gd name="connsiteY104" fmla="*/ 251345 h 674402"/>
              <a:gd name="connsiteX105" fmla="*/ 658135 w 756793"/>
              <a:gd name="connsiteY105" fmla="*/ 246368 h 674402"/>
              <a:gd name="connsiteX106" fmla="*/ 658135 w 756793"/>
              <a:gd name="connsiteY106" fmla="*/ 238902 h 674402"/>
              <a:gd name="connsiteX107" fmla="*/ 660633 w 756793"/>
              <a:gd name="connsiteY107" fmla="*/ 220238 h 674402"/>
              <a:gd name="connsiteX108" fmla="*/ 584453 w 756793"/>
              <a:gd name="connsiteY108" fmla="*/ 145581 h 674402"/>
              <a:gd name="connsiteX109" fmla="*/ 541993 w 756793"/>
              <a:gd name="connsiteY109" fmla="*/ 159268 h 674402"/>
              <a:gd name="connsiteX110" fmla="*/ 533251 w 756793"/>
              <a:gd name="connsiteY110" fmla="*/ 160513 h 674402"/>
              <a:gd name="connsiteX111" fmla="*/ 527007 w 756793"/>
              <a:gd name="connsiteY111" fmla="*/ 154291 h 674402"/>
              <a:gd name="connsiteX112" fmla="*/ 334687 w 756793"/>
              <a:gd name="connsiteY112" fmla="*/ 21153 h 674402"/>
              <a:gd name="connsiteX113" fmla="*/ 334687 w 756793"/>
              <a:gd name="connsiteY113" fmla="*/ 0 h 674402"/>
              <a:gd name="connsiteX114" fmla="*/ 540745 w 756793"/>
              <a:gd name="connsiteY114" fmla="*/ 135627 h 674402"/>
              <a:gd name="connsiteX115" fmla="*/ 584453 w 756793"/>
              <a:gd name="connsiteY115" fmla="*/ 124428 h 674402"/>
              <a:gd name="connsiteX116" fmla="*/ 680613 w 756793"/>
              <a:gd name="connsiteY116" fmla="*/ 220238 h 674402"/>
              <a:gd name="connsiteX117" fmla="*/ 679365 w 756793"/>
              <a:gd name="connsiteY117" fmla="*/ 233925 h 674402"/>
              <a:gd name="connsiteX118" fmla="*/ 756793 w 756793"/>
              <a:gd name="connsiteY118" fmla="*/ 339689 h 674402"/>
              <a:gd name="connsiteX119" fmla="*/ 639401 w 756793"/>
              <a:gd name="connsiteY119" fmla="*/ 451675 h 674402"/>
              <a:gd name="connsiteX120" fmla="*/ 604435 w 756793"/>
              <a:gd name="connsiteY120" fmla="*/ 451675 h 674402"/>
              <a:gd name="connsiteX121" fmla="*/ 604435 w 756793"/>
              <a:gd name="connsiteY121" fmla="*/ 594768 h 674402"/>
              <a:gd name="connsiteX122" fmla="*/ 604435 w 756793"/>
              <a:gd name="connsiteY122" fmla="*/ 597256 h 674402"/>
              <a:gd name="connsiteX123" fmla="*/ 403373 w 756793"/>
              <a:gd name="connsiteY123" fmla="*/ 674402 h 674402"/>
              <a:gd name="connsiteX124" fmla="*/ 203559 w 756793"/>
              <a:gd name="connsiteY124" fmla="*/ 597256 h 674402"/>
              <a:gd name="connsiteX125" fmla="*/ 203559 w 756793"/>
              <a:gd name="connsiteY125" fmla="*/ 451675 h 674402"/>
              <a:gd name="connsiteX126" fmla="*/ 112395 w 756793"/>
              <a:gd name="connsiteY126" fmla="*/ 451675 h 674402"/>
              <a:gd name="connsiteX127" fmla="*/ 0 w 756793"/>
              <a:gd name="connsiteY127" fmla="*/ 339689 h 674402"/>
              <a:gd name="connsiteX128" fmla="*/ 107400 w 756793"/>
              <a:gd name="connsiteY128" fmla="*/ 228948 h 674402"/>
              <a:gd name="connsiteX129" fmla="*/ 107400 w 756793"/>
              <a:gd name="connsiteY129" fmla="*/ 226460 h 674402"/>
              <a:gd name="connsiteX130" fmla="*/ 334687 w 756793"/>
              <a:gd name="connsiteY130" fmla="*/ 0 h 674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</a:cxnLst>
            <a:rect l="l" t="t" r="r" b="b"/>
            <a:pathLst>
              <a:path w="756793" h="674402">
                <a:moveTo>
                  <a:pt x="455275" y="598742"/>
                </a:moveTo>
                <a:cubicBezTo>
                  <a:pt x="460445" y="598742"/>
                  <a:pt x="465615" y="603912"/>
                  <a:pt x="465615" y="609082"/>
                </a:cubicBezTo>
                <a:cubicBezTo>
                  <a:pt x="465615" y="614252"/>
                  <a:pt x="460445" y="619422"/>
                  <a:pt x="455275" y="619422"/>
                </a:cubicBezTo>
                <a:cubicBezTo>
                  <a:pt x="450105" y="619422"/>
                  <a:pt x="444937" y="614252"/>
                  <a:pt x="444937" y="609082"/>
                </a:cubicBezTo>
                <a:cubicBezTo>
                  <a:pt x="444937" y="603912"/>
                  <a:pt x="450105" y="598742"/>
                  <a:pt x="455275" y="598742"/>
                </a:cubicBezTo>
                <a:close/>
                <a:moveTo>
                  <a:pt x="405263" y="598742"/>
                </a:moveTo>
                <a:cubicBezTo>
                  <a:pt x="411367" y="598742"/>
                  <a:pt x="416249" y="603912"/>
                  <a:pt x="416249" y="609082"/>
                </a:cubicBezTo>
                <a:cubicBezTo>
                  <a:pt x="416249" y="614252"/>
                  <a:pt x="411367" y="619422"/>
                  <a:pt x="405263" y="619422"/>
                </a:cubicBezTo>
                <a:cubicBezTo>
                  <a:pt x="400381" y="619422"/>
                  <a:pt x="395497" y="614252"/>
                  <a:pt x="395497" y="609082"/>
                </a:cubicBezTo>
                <a:cubicBezTo>
                  <a:pt x="395497" y="603912"/>
                  <a:pt x="400381" y="598742"/>
                  <a:pt x="405263" y="598742"/>
                </a:cubicBezTo>
                <a:close/>
                <a:moveTo>
                  <a:pt x="356401" y="598742"/>
                </a:moveTo>
                <a:cubicBezTo>
                  <a:pt x="361571" y="598742"/>
                  <a:pt x="366741" y="603912"/>
                  <a:pt x="366741" y="609082"/>
                </a:cubicBezTo>
                <a:cubicBezTo>
                  <a:pt x="366741" y="614252"/>
                  <a:pt x="361571" y="619422"/>
                  <a:pt x="356401" y="619422"/>
                </a:cubicBezTo>
                <a:cubicBezTo>
                  <a:pt x="351231" y="619422"/>
                  <a:pt x="346061" y="614252"/>
                  <a:pt x="346061" y="609082"/>
                </a:cubicBezTo>
                <a:cubicBezTo>
                  <a:pt x="346061" y="603912"/>
                  <a:pt x="351231" y="598742"/>
                  <a:pt x="356401" y="598742"/>
                </a:cubicBezTo>
                <a:close/>
                <a:moveTo>
                  <a:pt x="224789" y="530065"/>
                </a:moveTo>
                <a:lnTo>
                  <a:pt x="224789" y="597256"/>
                </a:lnTo>
                <a:cubicBezTo>
                  <a:pt x="224789" y="624630"/>
                  <a:pt x="300969" y="653249"/>
                  <a:pt x="403373" y="653249"/>
                </a:cubicBezTo>
                <a:cubicBezTo>
                  <a:pt x="507025" y="653249"/>
                  <a:pt x="584453" y="624630"/>
                  <a:pt x="584453" y="597256"/>
                </a:cubicBezTo>
                <a:cubicBezTo>
                  <a:pt x="584453" y="596012"/>
                  <a:pt x="584453" y="596012"/>
                  <a:pt x="584453" y="594768"/>
                </a:cubicBezTo>
                <a:lnTo>
                  <a:pt x="584453" y="530065"/>
                </a:lnTo>
                <a:cubicBezTo>
                  <a:pt x="548237" y="556195"/>
                  <a:pt x="474557" y="571126"/>
                  <a:pt x="403373" y="571126"/>
                </a:cubicBezTo>
                <a:cubicBezTo>
                  <a:pt x="333439" y="571126"/>
                  <a:pt x="259757" y="556195"/>
                  <a:pt x="224789" y="530065"/>
                </a:cubicBezTo>
                <a:close/>
                <a:moveTo>
                  <a:pt x="455275" y="499866"/>
                </a:moveTo>
                <a:cubicBezTo>
                  <a:pt x="460445" y="499866"/>
                  <a:pt x="465615" y="503743"/>
                  <a:pt x="465615" y="510206"/>
                </a:cubicBezTo>
                <a:cubicBezTo>
                  <a:pt x="465615" y="515376"/>
                  <a:pt x="460445" y="520546"/>
                  <a:pt x="455275" y="520546"/>
                </a:cubicBezTo>
                <a:cubicBezTo>
                  <a:pt x="450105" y="520546"/>
                  <a:pt x="444937" y="515376"/>
                  <a:pt x="444937" y="510206"/>
                </a:cubicBezTo>
                <a:cubicBezTo>
                  <a:pt x="444937" y="503743"/>
                  <a:pt x="450105" y="499866"/>
                  <a:pt x="455275" y="499866"/>
                </a:cubicBezTo>
                <a:close/>
                <a:moveTo>
                  <a:pt x="405263" y="499866"/>
                </a:moveTo>
                <a:cubicBezTo>
                  <a:pt x="411367" y="499866"/>
                  <a:pt x="416249" y="503743"/>
                  <a:pt x="416249" y="510206"/>
                </a:cubicBezTo>
                <a:cubicBezTo>
                  <a:pt x="416249" y="515376"/>
                  <a:pt x="411367" y="520546"/>
                  <a:pt x="405263" y="520546"/>
                </a:cubicBezTo>
                <a:cubicBezTo>
                  <a:pt x="400381" y="520546"/>
                  <a:pt x="395497" y="515376"/>
                  <a:pt x="395497" y="510206"/>
                </a:cubicBezTo>
                <a:cubicBezTo>
                  <a:pt x="395497" y="503743"/>
                  <a:pt x="400381" y="499866"/>
                  <a:pt x="405263" y="499866"/>
                </a:cubicBezTo>
                <a:close/>
                <a:moveTo>
                  <a:pt x="356401" y="499866"/>
                </a:moveTo>
                <a:cubicBezTo>
                  <a:pt x="361571" y="499866"/>
                  <a:pt x="366741" y="503743"/>
                  <a:pt x="366741" y="510206"/>
                </a:cubicBezTo>
                <a:cubicBezTo>
                  <a:pt x="366741" y="515376"/>
                  <a:pt x="361571" y="520546"/>
                  <a:pt x="356401" y="520546"/>
                </a:cubicBezTo>
                <a:cubicBezTo>
                  <a:pt x="351231" y="520546"/>
                  <a:pt x="346061" y="515376"/>
                  <a:pt x="346061" y="510206"/>
                </a:cubicBezTo>
                <a:cubicBezTo>
                  <a:pt x="346061" y="503743"/>
                  <a:pt x="351231" y="499866"/>
                  <a:pt x="356401" y="499866"/>
                </a:cubicBezTo>
                <a:close/>
                <a:moveTo>
                  <a:pt x="224789" y="428034"/>
                </a:moveTo>
                <a:lnTo>
                  <a:pt x="224789" y="493981"/>
                </a:lnTo>
                <a:cubicBezTo>
                  <a:pt x="224789" y="520111"/>
                  <a:pt x="300969" y="549973"/>
                  <a:pt x="403373" y="549973"/>
                </a:cubicBezTo>
                <a:cubicBezTo>
                  <a:pt x="507025" y="549973"/>
                  <a:pt x="584453" y="520111"/>
                  <a:pt x="584453" y="493981"/>
                </a:cubicBezTo>
                <a:lnTo>
                  <a:pt x="584453" y="428034"/>
                </a:lnTo>
                <a:cubicBezTo>
                  <a:pt x="548237" y="455408"/>
                  <a:pt x="474557" y="469095"/>
                  <a:pt x="403373" y="469095"/>
                </a:cubicBezTo>
                <a:cubicBezTo>
                  <a:pt x="333439" y="469095"/>
                  <a:pt x="259757" y="455408"/>
                  <a:pt x="224789" y="428034"/>
                </a:cubicBezTo>
                <a:close/>
                <a:moveTo>
                  <a:pt x="455275" y="400992"/>
                </a:moveTo>
                <a:cubicBezTo>
                  <a:pt x="460445" y="400992"/>
                  <a:pt x="465615" y="406162"/>
                  <a:pt x="465615" y="411332"/>
                </a:cubicBezTo>
                <a:cubicBezTo>
                  <a:pt x="465615" y="417794"/>
                  <a:pt x="460445" y="421672"/>
                  <a:pt x="455275" y="421672"/>
                </a:cubicBezTo>
                <a:cubicBezTo>
                  <a:pt x="450105" y="421672"/>
                  <a:pt x="444937" y="417794"/>
                  <a:pt x="444937" y="411332"/>
                </a:cubicBezTo>
                <a:cubicBezTo>
                  <a:pt x="444937" y="406162"/>
                  <a:pt x="450105" y="400992"/>
                  <a:pt x="455275" y="400992"/>
                </a:cubicBezTo>
                <a:close/>
                <a:moveTo>
                  <a:pt x="405263" y="400992"/>
                </a:moveTo>
                <a:cubicBezTo>
                  <a:pt x="411367" y="400992"/>
                  <a:pt x="416249" y="406162"/>
                  <a:pt x="416249" y="411332"/>
                </a:cubicBezTo>
                <a:cubicBezTo>
                  <a:pt x="416249" y="417794"/>
                  <a:pt x="411367" y="421672"/>
                  <a:pt x="405263" y="421672"/>
                </a:cubicBezTo>
                <a:cubicBezTo>
                  <a:pt x="400381" y="421672"/>
                  <a:pt x="395497" y="417794"/>
                  <a:pt x="395497" y="411332"/>
                </a:cubicBezTo>
                <a:cubicBezTo>
                  <a:pt x="395497" y="406162"/>
                  <a:pt x="400381" y="400992"/>
                  <a:pt x="405263" y="400992"/>
                </a:cubicBezTo>
                <a:close/>
                <a:moveTo>
                  <a:pt x="356401" y="400992"/>
                </a:moveTo>
                <a:cubicBezTo>
                  <a:pt x="361571" y="400992"/>
                  <a:pt x="366741" y="406162"/>
                  <a:pt x="366741" y="411332"/>
                </a:cubicBezTo>
                <a:cubicBezTo>
                  <a:pt x="366741" y="417794"/>
                  <a:pt x="361571" y="421672"/>
                  <a:pt x="356401" y="421672"/>
                </a:cubicBezTo>
                <a:cubicBezTo>
                  <a:pt x="351231" y="421672"/>
                  <a:pt x="346061" y="417794"/>
                  <a:pt x="346061" y="411332"/>
                </a:cubicBezTo>
                <a:cubicBezTo>
                  <a:pt x="346061" y="406162"/>
                  <a:pt x="351231" y="400992"/>
                  <a:pt x="356401" y="400992"/>
                </a:cubicBezTo>
                <a:close/>
                <a:moveTo>
                  <a:pt x="224789" y="340934"/>
                </a:moveTo>
                <a:lnTo>
                  <a:pt x="224789" y="393194"/>
                </a:lnTo>
                <a:cubicBezTo>
                  <a:pt x="224789" y="418079"/>
                  <a:pt x="300969" y="447942"/>
                  <a:pt x="403373" y="447942"/>
                </a:cubicBezTo>
                <a:cubicBezTo>
                  <a:pt x="507025" y="447942"/>
                  <a:pt x="584453" y="418079"/>
                  <a:pt x="584453" y="393194"/>
                </a:cubicBezTo>
                <a:lnTo>
                  <a:pt x="584453" y="340934"/>
                </a:lnTo>
                <a:cubicBezTo>
                  <a:pt x="548237" y="360842"/>
                  <a:pt x="474557" y="370797"/>
                  <a:pt x="403373" y="370797"/>
                </a:cubicBezTo>
                <a:cubicBezTo>
                  <a:pt x="333439" y="370797"/>
                  <a:pt x="259757" y="360842"/>
                  <a:pt x="224789" y="340934"/>
                </a:cubicBezTo>
                <a:close/>
                <a:moveTo>
                  <a:pt x="405223" y="302118"/>
                </a:moveTo>
                <a:cubicBezTo>
                  <a:pt x="449347" y="302118"/>
                  <a:pt x="482125" y="308360"/>
                  <a:pt x="482125" y="315850"/>
                </a:cubicBezTo>
                <a:cubicBezTo>
                  <a:pt x="482125" y="322092"/>
                  <a:pt x="449347" y="328334"/>
                  <a:pt x="405223" y="328334"/>
                </a:cubicBezTo>
                <a:cubicBezTo>
                  <a:pt x="363619" y="328334"/>
                  <a:pt x="329581" y="322092"/>
                  <a:pt x="329581" y="315850"/>
                </a:cubicBezTo>
                <a:cubicBezTo>
                  <a:pt x="329581" y="308360"/>
                  <a:pt x="363619" y="302118"/>
                  <a:pt x="405223" y="302118"/>
                </a:cubicBezTo>
                <a:close/>
                <a:moveTo>
                  <a:pt x="403373" y="273742"/>
                </a:moveTo>
                <a:cubicBezTo>
                  <a:pt x="287231" y="273742"/>
                  <a:pt x="224789" y="299872"/>
                  <a:pt x="224789" y="312315"/>
                </a:cubicBezTo>
                <a:cubicBezTo>
                  <a:pt x="224789" y="324758"/>
                  <a:pt x="287231" y="350888"/>
                  <a:pt x="403373" y="350888"/>
                </a:cubicBezTo>
                <a:cubicBezTo>
                  <a:pt x="520763" y="350888"/>
                  <a:pt x="584453" y="324758"/>
                  <a:pt x="584453" y="312315"/>
                </a:cubicBezTo>
                <a:cubicBezTo>
                  <a:pt x="584453" y="299872"/>
                  <a:pt x="520763" y="273742"/>
                  <a:pt x="403373" y="273742"/>
                </a:cubicBezTo>
                <a:close/>
                <a:moveTo>
                  <a:pt x="291591" y="50676"/>
                </a:moveTo>
                <a:cubicBezTo>
                  <a:pt x="297753" y="49436"/>
                  <a:pt x="303913" y="51917"/>
                  <a:pt x="305145" y="56878"/>
                </a:cubicBezTo>
                <a:cubicBezTo>
                  <a:pt x="306377" y="61840"/>
                  <a:pt x="305145" y="68041"/>
                  <a:pt x="298985" y="70522"/>
                </a:cubicBezTo>
                <a:cubicBezTo>
                  <a:pt x="246005" y="91608"/>
                  <a:pt x="212739" y="131299"/>
                  <a:pt x="196721" y="193317"/>
                </a:cubicBezTo>
                <a:cubicBezTo>
                  <a:pt x="195489" y="198279"/>
                  <a:pt x="191793" y="202000"/>
                  <a:pt x="186865" y="202000"/>
                </a:cubicBezTo>
                <a:lnTo>
                  <a:pt x="184401" y="200759"/>
                </a:lnTo>
                <a:cubicBezTo>
                  <a:pt x="179472" y="199519"/>
                  <a:pt x="175776" y="194558"/>
                  <a:pt x="177008" y="188356"/>
                </a:cubicBezTo>
                <a:cubicBezTo>
                  <a:pt x="194257" y="118896"/>
                  <a:pt x="231219" y="74243"/>
                  <a:pt x="291591" y="50676"/>
                </a:cubicBezTo>
                <a:close/>
                <a:moveTo>
                  <a:pt x="334687" y="21153"/>
                </a:moveTo>
                <a:cubicBezTo>
                  <a:pt x="221043" y="21153"/>
                  <a:pt x="128630" y="113230"/>
                  <a:pt x="128630" y="226460"/>
                </a:cubicBezTo>
                <a:cubicBezTo>
                  <a:pt x="128630" y="230192"/>
                  <a:pt x="128630" y="233925"/>
                  <a:pt x="129879" y="237658"/>
                </a:cubicBezTo>
                <a:cubicBezTo>
                  <a:pt x="129879" y="240147"/>
                  <a:pt x="128630" y="243880"/>
                  <a:pt x="126132" y="246368"/>
                </a:cubicBezTo>
                <a:cubicBezTo>
                  <a:pt x="123634" y="247612"/>
                  <a:pt x="121137" y="248857"/>
                  <a:pt x="118639" y="248857"/>
                </a:cubicBezTo>
                <a:lnTo>
                  <a:pt x="112395" y="248857"/>
                </a:lnTo>
                <a:cubicBezTo>
                  <a:pt x="62442" y="248857"/>
                  <a:pt x="21230" y="288674"/>
                  <a:pt x="21230" y="339689"/>
                </a:cubicBezTo>
                <a:cubicBezTo>
                  <a:pt x="21230" y="389461"/>
                  <a:pt x="62442" y="430522"/>
                  <a:pt x="112395" y="430522"/>
                </a:cubicBezTo>
                <a:lnTo>
                  <a:pt x="203559" y="430522"/>
                </a:lnTo>
                <a:lnTo>
                  <a:pt x="203559" y="321025"/>
                </a:lnTo>
                <a:cubicBezTo>
                  <a:pt x="203559" y="318537"/>
                  <a:pt x="203559" y="318537"/>
                  <a:pt x="203559" y="317292"/>
                </a:cubicBezTo>
                <a:cubicBezTo>
                  <a:pt x="203559" y="314804"/>
                  <a:pt x="203559" y="313559"/>
                  <a:pt x="203559" y="312315"/>
                </a:cubicBezTo>
                <a:cubicBezTo>
                  <a:pt x="203559" y="272498"/>
                  <a:pt x="307213" y="253834"/>
                  <a:pt x="403373" y="253834"/>
                </a:cubicBezTo>
                <a:cubicBezTo>
                  <a:pt x="500781" y="253834"/>
                  <a:pt x="604435" y="272498"/>
                  <a:pt x="604435" y="312315"/>
                </a:cubicBezTo>
                <a:cubicBezTo>
                  <a:pt x="604435" y="313559"/>
                  <a:pt x="604435" y="314804"/>
                  <a:pt x="604435" y="317292"/>
                </a:cubicBezTo>
                <a:cubicBezTo>
                  <a:pt x="604435" y="318537"/>
                  <a:pt x="604435" y="318537"/>
                  <a:pt x="604435" y="321025"/>
                </a:cubicBezTo>
                <a:lnTo>
                  <a:pt x="604435" y="430522"/>
                </a:lnTo>
                <a:lnTo>
                  <a:pt x="639401" y="430522"/>
                </a:lnTo>
                <a:cubicBezTo>
                  <a:pt x="693101" y="430522"/>
                  <a:pt x="735561" y="390705"/>
                  <a:pt x="735561" y="339689"/>
                </a:cubicBezTo>
                <a:cubicBezTo>
                  <a:pt x="735561" y="297384"/>
                  <a:pt x="706839" y="260055"/>
                  <a:pt x="665627" y="251345"/>
                </a:cubicBezTo>
                <a:cubicBezTo>
                  <a:pt x="663129" y="250101"/>
                  <a:pt x="660633" y="248857"/>
                  <a:pt x="658135" y="246368"/>
                </a:cubicBezTo>
                <a:cubicBezTo>
                  <a:pt x="656885" y="245124"/>
                  <a:pt x="656885" y="241391"/>
                  <a:pt x="658135" y="238902"/>
                </a:cubicBezTo>
                <a:cubicBezTo>
                  <a:pt x="659383" y="232681"/>
                  <a:pt x="660633" y="226460"/>
                  <a:pt x="660633" y="220238"/>
                </a:cubicBezTo>
                <a:cubicBezTo>
                  <a:pt x="660633" y="179177"/>
                  <a:pt x="626913" y="145581"/>
                  <a:pt x="584453" y="145581"/>
                </a:cubicBezTo>
                <a:cubicBezTo>
                  <a:pt x="569467" y="145581"/>
                  <a:pt x="554481" y="150558"/>
                  <a:pt x="541993" y="159268"/>
                </a:cubicBezTo>
                <a:cubicBezTo>
                  <a:pt x="539495" y="160513"/>
                  <a:pt x="535749" y="161757"/>
                  <a:pt x="533251" y="160513"/>
                </a:cubicBezTo>
                <a:cubicBezTo>
                  <a:pt x="530753" y="159268"/>
                  <a:pt x="527007" y="156780"/>
                  <a:pt x="527007" y="154291"/>
                </a:cubicBezTo>
                <a:cubicBezTo>
                  <a:pt x="497035" y="74657"/>
                  <a:pt x="419607" y="21153"/>
                  <a:pt x="334687" y="21153"/>
                </a:cubicBezTo>
                <a:close/>
                <a:moveTo>
                  <a:pt x="334687" y="0"/>
                </a:moveTo>
                <a:cubicBezTo>
                  <a:pt x="423355" y="0"/>
                  <a:pt x="505777" y="54748"/>
                  <a:pt x="540745" y="135627"/>
                </a:cubicBezTo>
                <a:cubicBezTo>
                  <a:pt x="554481" y="128161"/>
                  <a:pt x="569467" y="124428"/>
                  <a:pt x="584453" y="124428"/>
                </a:cubicBezTo>
                <a:cubicBezTo>
                  <a:pt x="638153" y="124428"/>
                  <a:pt x="680613" y="167978"/>
                  <a:pt x="680613" y="220238"/>
                </a:cubicBezTo>
                <a:cubicBezTo>
                  <a:pt x="680613" y="223971"/>
                  <a:pt x="680613" y="228948"/>
                  <a:pt x="679365" y="233925"/>
                </a:cubicBezTo>
                <a:cubicBezTo>
                  <a:pt x="725571" y="248857"/>
                  <a:pt x="756793" y="291162"/>
                  <a:pt x="756793" y="339689"/>
                </a:cubicBezTo>
                <a:cubicBezTo>
                  <a:pt x="756793" y="401904"/>
                  <a:pt x="705591" y="451675"/>
                  <a:pt x="639401" y="451675"/>
                </a:cubicBezTo>
                <a:lnTo>
                  <a:pt x="604435" y="451675"/>
                </a:lnTo>
                <a:lnTo>
                  <a:pt x="604435" y="594768"/>
                </a:lnTo>
                <a:cubicBezTo>
                  <a:pt x="604435" y="596012"/>
                  <a:pt x="604435" y="596012"/>
                  <a:pt x="604435" y="597256"/>
                </a:cubicBezTo>
                <a:cubicBezTo>
                  <a:pt x="604435" y="648272"/>
                  <a:pt x="500781" y="674402"/>
                  <a:pt x="403373" y="674402"/>
                </a:cubicBezTo>
                <a:cubicBezTo>
                  <a:pt x="305963" y="674402"/>
                  <a:pt x="203559" y="648272"/>
                  <a:pt x="203559" y="597256"/>
                </a:cubicBezTo>
                <a:lnTo>
                  <a:pt x="203559" y="451675"/>
                </a:lnTo>
                <a:lnTo>
                  <a:pt x="112395" y="451675"/>
                </a:lnTo>
                <a:cubicBezTo>
                  <a:pt x="49953" y="451675"/>
                  <a:pt x="0" y="401904"/>
                  <a:pt x="0" y="339689"/>
                </a:cubicBezTo>
                <a:cubicBezTo>
                  <a:pt x="0" y="279964"/>
                  <a:pt x="48704" y="230192"/>
                  <a:pt x="107400" y="228948"/>
                </a:cubicBezTo>
                <a:cubicBezTo>
                  <a:pt x="107400" y="227704"/>
                  <a:pt x="107400" y="226460"/>
                  <a:pt x="107400" y="226460"/>
                </a:cubicBezTo>
                <a:cubicBezTo>
                  <a:pt x="107400" y="102031"/>
                  <a:pt x="209803" y="0"/>
                  <a:pt x="334687" y="0"/>
                </a:cubicBezTo>
                <a:close/>
              </a:path>
            </a:pathLst>
          </a:custGeom>
          <a:solidFill>
            <a:srgbClr val="35A8E0"/>
          </a:solidFill>
          <a:ln>
            <a:noFill/>
          </a:ln>
          <a:effectLst/>
        </p:spPr>
        <p:txBody>
          <a:bodyPr wrap="square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30" name="TextBox 3">
            <a:extLst>
              <a:ext uri="{FF2B5EF4-FFF2-40B4-BE49-F238E27FC236}">
                <a16:creationId xmlns:a16="http://schemas.microsoft.com/office/drawing/2014/main" id="{F3DE300F-457D-4C4D-AF96-E3970A31FB69}"/>
              </a:ext>
            </a:extLst>
          </p:cNvPr>
          <p:cNvSpPr txBox="1"/>
          <p:nvPr/>
        </p:nvSpPr>
        <p:spPr>
          <a:xfrm>
            <a:off x="762001" y="283413"/>
            <a:ext cx="1066800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rgbClr val="F09400"/>
                  </a:solidFill>
                </a:ln>
                <a:noFill/>
                <a:latin typeface="Barlow" pitchFamily="2" charset="77"/>
              </a:rPr>
              <a:t>MySQL</a:t>
            </a:r>
          </a:p>
        </p:txBody>
      </p:sp>
      <p:sp>
        <p:nvSpPr>
          <p:cNvPr id="31" name="TextBox 4">
            <a:extLst>
              <a:ext uri="{FF2B5EF4-FFF2-40B4-BE49-F238E27FC236}">
                <a16:creationId xmlns:a16="http://schemas.microsoft.com/office/drawing/2014/main" id="{98A3BD88-0DFD-48AC-B8D6-C493850C875A}"/>
              </a:ext>
            </a:extLst>
          </p:cNvPr>
          <p:cNvSpPr txBox="1"/>
          <p:nvPr/>
        </p:nvSpPr>
        <p:spPr>
          <a:xfrm>
            <a:off x="1026695" y="947744"/>
            <a:ext cx="10403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spc="-60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is an Oracle-backed open source relational database management system (RDBMS) based on Structured Query Language (SQL)</a:t>
            </a:r>
          </a:p>
        </p:txBody>
      </p:sp>
      <p:sp>
        <p:nvSpPr>
          <p:cNvPr id="32" name="TextBox 5">
            <a:extLst>
              <a:ext uri="{FF2B5EF4-FFF2-40B4-BE49-F238E27FC236}">
                <a16:creationId xmlns:a16="http://schemas.microsoft.com/office/drawing/2014/main" id="{EDABAF9D-A4A7-48C9-AEF7-3AEF4838DAFF}"/>
              </a:ext>
            </a:extLst>
          </p:cNvPr>
          <p:cNvSpPr txBox="1"/>
          <p:nvPr/>
        </p:nvSpPr>
        <p:spPr>
          <a:xfrm>
            <a:off x="9084336" y="1608975"/>
            <a:ext cx="222380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F09400"/>
                </a:solidFill>
                <a:latin typeface="Poppins" pitchFamily="2" charset="77"/>
                <a:cs typeface="Poppins" pitchFamily="2" charset="77"/>
              </a:rPr>
              <a:t>widely compatible</a:t>
            </a:r>
          </a:p>
        </p:txBody>
      </p:sp>
      <p:sp>
        <p:nvSpPr>
          <p:cNvPr id="33" name="TextBox 6">
            <a:extLst>
              <a:ext uri="{FF2B5EF4-FFF2-40B4-BE49-F238E27FC236}">
                <a16:creationId xmlns:a16="http://schemas.microsoft.com/office/drawing/2014/main" id="{C7AA0100-51B7-4398-AB4A-9C397BE9EDA9}"/>
              </a:ext>
            </a:extLst>
          </p:cNvPr>
          <p:cNvSpPr txBox="1"/>
          <p:nvPr/>
        </p:nvSpPr>
        <p:spPr>
          <a:xfrm>
            <a:off x="9129150" y="3253374"/>
            <a:ext cx="276277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</a:rPr>
              <a:t>contain records in multiple, separate, and highly codified tables, as opposed to a single all-encompassing repository</a:t>
            </a:r>
          </a:p>
        </p:txBody>
      </p:sp>
      <p:sp>
        <p:nvSpPr>
          <p:cNvPr id="34" name="TextBox 7">
            <a:extLst>
              <a:ext uri="{FF2B5EF4-FFF2-40B4-BE49-F238E27FC236}">
                <a16:creationId xmlns:a16="http://schemas.microsoft.com/office/drawing/2014/main" id="{8300828A-822A-4969-AE5A-3784F63671C2}"/>
              </a:ext>
            </a:extLst>
          </p:cNvPr>
          <p:cNvSpPr txBox="1"/>
          <p:nvPr/>
        </p:nvSpPr>
        <p:spPr>
          <a:xfrm>
            <a:off x="9084336" y="2735002"/>
            <a:ext cx="3107664" cy="61555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B9CE10"/>
                </a:solidFill>
                <a:latin typeface="Poppins" pitchFamily="2" charset="77"/>
                <a:cs typeface="Poppins" pitchFamily="2" charset="77"/>
              </a:rPr>
              <a:t>MySQL databases are relational</a:t>
            </a:r>
          </a:p>
        </p:txBody>
      </p:sp>
      <p:sp>
        <p:nvSpPr>
          <p:cNvPr id="35" name="TextBox 8">
            <a:extLst>
              <a:ext uri="{FF2B5EF4-FFF2-40B4-BE49-F238E27FC236}">
                <a16:creationId xmlns:a16="http://schemas.microsoft.com/office/drawing/2014/main" id="{CA9FEF77-1B82-4634-979B-B273280178C4}"/>
              </a:ext>
            </a:extLst>
          </p:cNvPr>
          <p:cNvSpPr txBox="1"/>
          <p:nvPr/>
        </p:nvSpPr>
        <p:spPr>
          <a:xfrm>
            <a:off x="9155691" y="1804371"/>
            <a:ext cx="3173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</a:rPr>
              <a:t>You can do whatever you want, go a impress your audience MySQL was designed to be extensively compatible with other technologies and architectures an amazing presentation.</a:t>
            </a: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F34D6B8C-6788-4FED-9D76-00927A4A810C}"/>
              </a:ext>
            </a:extLst>
          </p:cNvPr>
          <p:cNvSpPr txBox="1"/>
          <p:nvPr/>
        </p:nvSpPr>
        <p:spPr>
          <a:xfrm>
            <a:off x="9084336" y="4205396"/>
            <a:ext cx="222380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94C11E"/>
                </a:solidFill>
                <a:latin typeface="Poppins" pitchFamily="2" charset="77"/>
                <a:cs typeface="Poppins" pitchFamily="2" charset="77"/>
              </a:rPr>
              <a:t>is an open-source</a:t>
            </a: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3C61525A-B1C2-4147-870B-A55B67841C31}"/>
              </a:ext>
            </a:extLst>
          </p:cNvPr>
          <p:cNvSpPr txBox="1"/>
          <p:nvPr/>
        </p:nvSpPr>
        <p:spPr>
          <a:xfrm>
            <a:off x="9084336" y="4580727"/>
            <a:ext cx="2754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</a:rPr>
              <a:t>Any individual or enterprise may freely use, modify, publish, and expand on Oracle’s open-source MySQL code base</a:t>
            </a:r>
          </a:p>
        </p:txBody>
      </p:sp>
      <p:sp>
        <p:nvSpPr>
          <p:cNvPr id="38" name="TextBox 11">
            <a:extLst>
              <a:ext uri="{FF2B5EF4-FFF2-40B4-BE49-F238E27FC236}">
                <a16:creationId xmlns:a16="http://schemas.microsoft.com/office/drawing/2014/main" id="{15D41BC2-8031-4306-AE4C-604F4BBE8A70}"/>
              </a:ext>
            </a:extLst>
          </p:cNvPr>
          <p:cNvSpPr txBox="1"/>
          <p:nvPr/>
        </p:nvSpPr>
        <p:spPr>
          <a:xfrm>
            <a:off x="9084336" y="5501033"/>
            <a:ext cx="2223807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35A8E0"/>
                </a:solidFill>
                <a:latin typeface="Poppins" pitchFamily="2" charset="77"/>
                <a:cs typeface="Poppins" pitchFamily="2" charset="77"/>
              </a:rPr>
              <a:t>is easy to use</a:t>
            </a:r>
          </a:p>
        </p:txBody>
      </p:sp>
      <p:sp>
        <p:nvSpPr>
          <p:cNvPr id="39" name="TextBox 12">
            <a:extLst>
              <a:ext uri="{FF2B5EF4-FFF2-40B4-BE49-F238E27FC236}">
                <a16:creationId xmlns:a16="http://schemas.microsoft.com/office/drawing/2014/main" id="{9A25FF10-959F-49C2-B267-40E1DD3A6E50}"/>
              </a:ext>
            </a:extLst>
          </p:cNvPr>
          <p:cNvSpPr txBox="1"/>
          <p:nvPr/>
        </p:nvSpPr>
        <p:spPr>
          <a:xfrm>
            <a:off x="9084336" y="5876364"/>
            <a:ext cx="28075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FFFF"/>
                </a:solidFill>
                <a:latin typeface="Lato Light" panose="020F0502020204030203" pitchFamily="34" charset="0"/>
              </a:rPr>
              <a:t>Though MySQL’s relational nature and the ensuing rigid storage structures might seem restrictive, the tabular paradigm is perhaps the most intuitive, and ultimately allows for greater usability</a:t>
            </a:r>
          </a:p>
        </p:txBody>
      </p:sp>
      <p:pic>
        <p:nvPicPr>
          <p:cNvPr id="40" name="Image 39">
            <a:extLst>
              <a:ext uri="{FF2B5EF4-FFF2-40B4-BE49-F238E27FC236}">
                <a16:creationId xmlns:a16="http://schemas.microsoft.com/office/drawing/2014/main" id="{7E13459F-FE2C-4CFA-899A-1A4515E2E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346" y="1916263"/>
            <a:ext cx="3416479" cy="32500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7233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21">
            <a:extLst>
              <a:ext uri="{FF2B5EF4-FFF2-40B4-BE49-F238E27FC236}">
                <a16:creationId xmlns:a16="http://schemas.microsoft.com/office/drawing/2014/main" id="{B2B6DD22-720F-49C2-85E8-83F47298218A}"/>
              </a:ext>
            </a:extLst>
          </p:cNvPr>
          <p:cNvGrpSpPr/>
          <p:nvPr/>
        </p:nvGrpSpPr>
        <p:grpSpPr>
          <a:xfrm>
            <a:off x="-72084" y="-58059"/>
            <a:ext cx="12345337" cy="7067523"/>
            <a:chOff x="-121253" y="-110270"/>
            <a:chExt cx="12345337" cy="706752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DBF4155-33DC-47AE-8A66-C411284BFF9D}"/>
                </a:ext>
              </a:extLst>
            </p:cNvPr>
            <p:cNvSpPr/>
            <p:nvPr/>
          </p:nvSpPr>
          <p:spPr>
            <a:xfrm>
              <a:off x="-121253" y="-110270"/>
              <a:ext cx="12343033" cy="7067523"/>
            </a:xfrm>
            <a:prstGeom prst="rect">
              <a:avLst/>
            </a:prstGeom>
            <a:gradFill flip="none" rotWithShape="1">
              <a:gsLst>
                <a:gs pos="0">
                  <a:srgbClr val="11182D">
                    <a:lumMod val="90000"/>
                    <a:lumOff val="10000"/>
                  </a:srgbClr>
                </a:gs>
                <a:gs pos="38000">
                  <a:srgbClr val="141B34"/>
                </a:gs>
                <a:gs pos="100000">
                  <a:srgbClr val="11182D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Right Triangle 23">
              <a:extLst>
                <a:ext uri="{FF2B5EF4-FFF2-40B4-BE49-F238E27FC236}">
                  <a16:creationId xmlns:a16="http://schemas.microsoft.com/office/drawing/2014/main" id="{E1AF1093-0C7D-45DD-8797-7195DA4DD3DB}"/>
                </a:ext>
              </a:extLst>
            </p:cNvPr>
            <p:cNvSpPr/>
            <p:nvPr/>
          </p:nvSpPr>
          <p:spPr>
            <a:xfrm rot="5400000">
              <a:off x="-211868" y="15822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ight Triangle 24">
              <a:extLst>
                <a:ext uri="{FF2B5EF4-FFF2-40B4-BE49-F238E27FC236}">
                  <a16:creationId xmlns:a16="http://schemas.microsoft.com/office/drawing/2014/main" id="{A4014768-E817-43F8-8575-A7ED5F926884}"/>
                </a:ext>
              </a:extLst>
            </p:cNvPr>
            <p:cNvSpPr/>
            <p:nvPr/>
          </p:nvSpPr>
          <p:spPr>
            <a:xfrm rot="16200000">
              <a:off x="10126931" y="484971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11" name="Freeform 344">
            <a:extLst>
              <a:ext uri="{FF2B5EF4-FFF2-40B4-BE49-F238E27FC236}">
                <a16:creationId xmlns:a16="http://schemas.microsoft.com/office/drawing/2014/main" id="{1B76FBCD-30D3-4038-99DD-FF086BD78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1383" y="3025263"/>
            <a:ext cx="2485603" cy="1079383"/>
          </a:xfrm>
          <a:custGeom>
            <a:avLst/>
            <a:gdLst>
              <a:gd name="T0" fmla="*/ 123 w 3991"/>
              <a:gd name="T1" fmla="*/ 1732 h 1733"/>
              <a:gd name="T2" fmla="*/ 123 w 3991"/>
              <a:gd name="T3" fmla="*/ 1732 h 1733"/>
              <a:gd name="T4" fmla="*/ 68 w 3991"/>
              <a:gd name="T5" fmla="*/ 1717 h 1733"/>
              <a:gd name="T6" fmla="*/ 68 w 3991"/>
              <a:gd name="T7" fmla="*/ 1717 h 1733"/>
              <a:gd name="T8" fmla="*/ 30 w 3991"/>
              <a:gd name="T9" fmla="*/ 1570 h 1733"/>
              <a:gd name="T10" fmla="*/ 30 w 3991"/>
              <a:gd name="T11" fmla="*/ 1570 h 1733"/>
              <a:gd name="T12" fmla="*/ 574 w 3991"/>
              <a:gd name="T13" fmla="*/ 1026 h 1733"/>
              <a:gd name="T14" fmla="*/ 574 w 3991"/>
              <a:gd name="T15" fmla="*/ 1026 h 1733"/>
              <a:gd name="T16" fmla="*/ 1332 w 3991"/>
              <a:gd name="T17" fmla="*/ 819 h 1733"/>
              <a:gd name="T18" fmla="*/ 1332 w 3991"/>
              <a:gd name="T19" fmla="*/ 819 h 1733"/>
              <a:gd name="T20" fmla="*/ 1902 w 3991"/>
              <a:gd name="T21" fmla="*/ 933 h 1733"/>
              <a:gd name="T22" fmla="*/ 1902 w 3991"/>
              <a:gd name="T23" fmla="*/ 933 h 1733"/>
              <a:gd name="T24" fmla="*/ 3118 w 3991"/>
              <a:gd name="T25" fmla="*/ 3 h 1733"/>
              <a:gd name="T26" fmla="*/ 3118 w 3991"/>
              <a:gd name="T27" fmla="*/ 3 h 1733"/>
              <a:gd name="T28" fmla="*/ 3697 w 3991"/>
              <a:gd name="T29" fmla="*/ 146 h 1733"/>
              <a:gd name="T30" fmla="*/ 3697 w 3991"/>
              <a:gd name="T31" fmla="*/ 146 h 1733"/>
              <a:gd name="T32" fmla="*/ 3798 w 3991"/>
              <a:gd name="T33" fmla="*/ 41 h 1733"/>
              <a:gd name="T34" fmla="*/ 3798 w 3991"/>
              <a:gd name="T35" fmla="*/ 41 h 1733"/>
              <a:gd name="T36" fmla="*/ 3950 w 3991"/>
              <a:gd name="T37" fmla="*/ 44 h 1733"/>
              <a:gd name="T38" fmla="*/ 3950 w 3991"/>
              <a:gd name="T39" fmla="*/ 44 h 1733"/>
              <a:gd name="T40" fmla="*/ 3947 w 3991"/>
              <a:gd name="T41" fmla="*/ 196 h 1733"/>
              <a:gd name="T42" fmla="*/ 3947 w 3991"/>
              <a:gd name="T43" fmla="*/ 196 h 1733"/>
              <a:gd name="T44" fmla="*/ 3804 w 3991"/>
              <a:gd name="T45" fmla="*/ 351 h 1733"/>
              <a:gd name="T46" fmla="*/ 3744 w 3991"/>
              <a:gd name="T47" fmla="*/ 425 h 1733"/>
              <a:gd name="T48" fmla="*/ 3664 w 3991"/>
              <a:gd name="T49" fmla="*/ 374 h 1733"/>
              <a:gd name="T50" fmla="*/ 3664 w 3991"/>
              <a:gd name="T51" fmla="*/ 374 h 1733"/>
              <a:gd name="T52" fmla="*/ 3118 w 3991"/>
              <a:gd name="T53" fmla="*/ 217 h 1733"/>
              <a:gd name="T54" fmla="*/ 3118 w 3991"/>
              <a:gd name="T55" fmla="*/ 217 h 1733"/>
              <a:gd name="T56" fmla="*/ 2083 w 3991"/>
              <a:gd name="T57" fmla="*/ 1104 h 1733"/>
              <a:gd name="T58" fmla="*/ 2058 w 3991"/>
              <a:gd name="T59" fmla="*/ 1250 h 1733"/>
              <a:gd name="T60" fmla="*/ 1927 w 3991"/>
              <a:gd name="T61" fmla="*/ 1181 h 1733"/>
              <a:gd name="T62" fmla="*/ 1927 w 3991"/>
              <a:gd name="T63" fmla="*/ 1181 h 1733"/>
              <a:gd name="T64" fmla="*/ 1332 w 3991"/>
              <a:gd name="T65" fmla="*/ 1033 h 1733"/>
              <a:gd name="T66" fmla="*/ 1332 w 3991"/>
              <a:gd name="T67" fmla="*/ 1033 h 1733"/>
              <a:gd name="T68" fmla="*/ 683 w 3991"/>
              <a:gd name="T69" fmla="*/ 1211 h 1733"/>
              <a:gd name="T70" fmla="*/ 683 w 3991"/>
              <a:gd name="T71" fmla="*/ 1211 h 1733"/>
              <a:gd name="T72" fmla="*/ 215 w 3991"/>
              <a:gd name="T73" fmla="*/ 1679 h 1733"/>
              <a:gd name="T74" fmla="*/ 215 w 3991"/>
              <a:gd name="T75" fmla="*/ 1679 h 1733"/>
              <a:gd name="T76" fmla="*/ 123 w 3991"/>
              <a:gd name="T77" fmla="*/ 1732 h 17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</a:cxnLst>
            <a:rect l="0" t="0" r="r" b="b"/>
            <a:pathLst>
              <a:path w="3991" h="1733">
                <a:moveTo>
                  <a:pt x="123" y="1732"/>
                </a:moveTo>
                <a:lnTo>
                  <a:pt x="123" y="1732"/>
                </a:lnTo>
                <a:cubicBezTo>
                  <a:pt x="104" y="1732"/>
                  <a:pt x="85" y="1727"/>
                  <a:pt x="68" y="1717"/>
                </a:cubicBezTo>
                <a:lnTo>
                  <a:pt x="68" y="1717"/>
                </a:lnTo>
                <a:cubicBezTo>
                  <a:pt x="18" y="1687"/>
                  <a:pt x="0" y="1620"/>
                  <a:pt x="30" y="1570"/>
                </a:cubicBezTo>
                <a:lnTo>
                  <a:pt x="30" y="1570"/>
                </a:lnTo>
                <a:cubicBezTo>
                  <a:pt x="164" y="1345"/>
                  <a:pt x="351" y="1157"/>
                  <a:pt x="574" y="1026"/>
                </a:cubicBezTo>
                <a:lnTo>
                  <a:pt x="574" y="1026"/>
                </a:lnTo>
                <a:cubicBezTo>
                  <a:pt x="803" y="891"/>
                  <a:pt x="1066" y="819"/>
                  <a:pt x="1332" y="819"/>
                </a:cubicBezTo>
                <a:lnTo>
                  <a:pt x="1332" y="819"/>
                </a:lnTo>
                <a:cubicBezTo>
                  <a:pt x="1527" y="819"/>
                  <a:pt x="1722" y="858"/>
                  <a:pt x="1902" y="933"/>
                </a:cubicBezTo>
                <a:lnTo>
                  <a:pt x="1902" y="933"/>
                </a:lnTo>
                <a:cubicBezTo>
                  <a:pt x="2058" y="387"/>
                  <a:pt x="2549" y="3"/>
                  <a:pt x="3118" y="3"/>
                </a:cubicBezTo>
                <a:lnTo>
                  <a:pt x="3118" y="3"/>
                </a:lnTo>
                <a:cubicBezTo>
                  <a:pt x="3320" y="3"/>
                  <a:pt x="3519" y="52"/>
                  <a:pt x="3697" y="146"/>
                </a:cubicBezTo>
                <a:lnTo>
                  <a:pt x="3697" y="146"/>
                </a:lnTo>
                <a:cubicBezTo>
                  <a:pt x="3730" y="110"/>
                  <a:pt x="3763" y="75"/>
                  <a:pt x="3798" y="41"/>
                </a:cubicBezTo>
                <a:lnTo>
                  <a:pt x="3798" y="41"/>
                </a:lnTo>
                <a:cubicBezTo>
                  <a:pt x="3841" y="0"/>
                  <a:pt x="3909" y="1"/>
                  <a:pt x="3950" y="44"/>
                </a:cubicBezTo>
                <a:lnTo>
                  <a:pt x="3950" y="44"/>
                </a:lnTo>
                <a:cubicBezTo>
                  <a:pt x="3990" y="87"/>
                  <a:pt x="3989" y="155"/>
                  <a:pt x="3947" y="196"/>
                </a:cubicBezTo>
                <a:lnTo>
                  <a:pt x="3947" y="196"/>
                </a:lnTo>
                <a:cubicBezTo>
                  <a:pt x="3897" y="244"/>
                  <a:pt x="3848" y="296"/>
                  <a:pt x="3804" y="351"/>
                </a:cubicBezTo>
                <a:lnTo>
                  <a:pt x="3744" y="425"/>
                </a:lnTo>
                <a:lnTo>
                  <a:pt x="3664" y="374"/>
                </a:lnTo>
                <a:lnTo>
                  <a:pt x="3664" y="374"/>
                </a:lnTo>
                <a:cubicBezTo>
                  <a:pt x="3500" y="271"/>
                  <a:pt x="3311" y="217"/>
                  <a:pt x="3118" y="217"/>
                </a:cubicBezTo>
                <a:lnTo>
                  <a:pt x="3118" y="217"/>
                </a:lnTo>
                <a:cubicBezTo>
                  <a:pt x="2607" y="217"/>
                  <a:pt x="2173" y="591"/>
                  <a:pt x="2083" y="1104"/>
                </a:cubicBezTo>
                <a:lnTo>
                  <a:pt x="2058" y="1250"/>
                </a:lnTo>
                <a:lnTo>
                  <a:pt x="1927" y="1181"/>
                </a:lnTo>
                <a:lnTo>
                  <a:pt x="1927" y="1181"/>
                </a:lnTo>
                <a:cubicBezTo>
                  <a:pt x="1742" y="1083"/>
                  <a:pt x="1541" y="1033"/>
                  <a:pt x="1332" y="1033"/>
                </a:cubicBezTo>
                <a:lnTo>
                  <a:pt x="1332" y="1033"/>
                </a:lnTo>
                <a:cubicBezTo>
                  <a:pt x="1104" y="1033"/>
                  <a:pt x="879" y="1095"/>
                  <a:pt x="683" y="1211"/>
                </a:cubicBezTo>
                <a:lnTo>
                  <a:pt x="683" y="1211"/>
                </a:lnTo>
                <a:cubicBezTo>
                  <a:pt x="491" y="1323"/>
                  <a:pt x="330" y="1486"/>
                  <a:pt x="215" y="1679"/>
                </a:cubicBezTo>
                <a:lnTo>
                  <a:pt x="215" y="1679"/>
                </a:lnTo>
                <a:cubicBezTo>
                  <a:pt x="195" y="1713"/>
                  <a:pt x="159" y="1732"/>
                  <a:pt x="123" y="173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2" name="Freeform 345">
            <a:extLst>
              <a:ext uri="{FF2B5EF4-FFF2-40B4-BE49-F238E27FC236}">
                <a16:creationId xmlns:a16="http://schemas.microsoft.com/office/drawing/2014/main" id="{16595168-866D-4B62-94D6-D70DA45C8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2268" y="2723146"/>
            <a:ext cx="2268629" cy="1378755"/>
          </a:xfrm>
          <a:custGeom>
            <a:avLst/>
            <a:gdLst>
              <a:gd name="T0" fmla="*/ 3521 w 3644"/>
              <a:gd name="T1" fmla="*/ 2214 h 2215"/>
              <a:gd name="T2" fmla="*/ 3521 w 3644"/>
              <a:gd name="T3" fmla="*/ 2214 h 2215"/>
              <a:gd name="T4" fmla="*/ 3464 w 3644"/>
              <a:gd name="T5" fmla="*/ 2197 h 2215"/>
              <a:gd name="T6" fmla="*/ 3464 w 3644"/>
              <a:gd name="T7" fmla="*/ 2197 h 2215"/>
              <a:gd name="T8" fmla="*/ 2916 w 3644"/>
              <a:gd name="T9" fmla="*/ 2040 h 2215"/>
              <a:gd name="T10" fmla="*/ 2810 w 3644"/>
              <a:gd name="T11" fmla="*/ 2040 h 2215"/>
              <a:gd name="T12" fmla="*/ 2810 w 3644"/>
              <a:gd name="T13" fmla="*/ 1932 h 2215"/>
              <a:gd name="T14" fmla="*/ 2810 w 3644"/>
              <a:gd name="T15" fmla="*/ 1932 h 2215"/>
              <a:gd name="T16" fmla="*/ 1136 w 3644"/>
              <a:gd name="T17" fmla="*/ 215 h 2215"/>
              <a:gd name="T18" fmla="*/ 1136 w 3644"/>
              <a:gd name="T19" fmla="*/ 215 h 2215"/>
              <a:gd name="T20" fmla="*/ 194 w 3644"/>
              <a:gd name="T21" fmla="*/ 513 h 2215"/>
              <a:gd name="T22" fmla="*/ 194 w 3644"/>
              <a:gd name="T23" fmla="*/ 513 h 2215"/>
              <a:gd name="T24" fmla="*/ 184 w 3644"/>
              <a:gd name="T25" fmla="*/ 520 h 2215"/>
              <a:gd name="T26" fmla="*/ 184 w 3644"/>
              <a:gd name="T27" fmla="*/ 520 h 2215"/>
              <a:gd name="T28" fmla="*/ 34 w 3644"/>
              <a:gd name="T29" fmla="*/ 498 h 2215"/>
              <a:gd name="T30" fmla="*/ 34 w 3644"/>
              <a:gd name="T31" fmla="*/ 498 h 2215"/>
              <a:gd name="T32" fmla="*/ 57 w 3644"/>
              <a:gd name="T33" fmla="*/ 348 h 2215"/>
              <a:gd name="T34" fmla="*/ 57 w 3644"/>
              <a:gd name="T35" fmla="*/ 348 h 2215"/>
              <a:gd name="T36" fmla="*/ 71 w 3644"/>
              <a:gd name="T37" fmla="*/ 337 h 2215"/>
              <a:gd name="T38" fmla="*/ 71 w 3644"/>
              <a:gd name="T39" fmla="*/ 337 h 2215"/>
              <a:gd name="T40" fmla="*/ 1136 w 3644"/>
              <a:gd name="T41" fmla="*/ 0 h 2215"/>
              <a:gd name="T42" fmla="*/ 1136 w 3644"/>
              <a:gd name="T43" fmla="*/ 0 h 2215"/>
              <a:gd name="T44" fmla="*/ 2472 w 3644"/>
              <a:gd name="T45" fmla="*/ 567 h 2215"/>
              <a:gd name="T46" fmla="*/ 2472 w 3644"/>
              <a:gd name="T47" fmla="*/ 567 h 2215"/>
              <a:gd name="T48" fmla="*/ 3022 w 3644"/>
              <a:gd name="T49" fmla="*/ 1829 h 2215"/>
              <a:gd name="T50" fmla="*/ 3022 w 3644"/>
              <a:gd name="T51" fmla="*/ 1829 h 2215"/>
              <a:gd name="T52" fmla="*/ 3578 w 3644"/>
              <a:gd name="T53" fmla="*/ 2016 h 2215"/>
              <a:gd name="T54" fmla="*/ 3578 w 3644"/>
              <a:gd name="T55" fmla="*/ 2016 h 2215"/>
              <a:gd name="T56" fmla="*/ 3612 w 3644"/>
              <a:gd name="T57" fmla="*/ 2163 h 2215"/>
              <a:gd name="T58" fmla="*/ 3612 w 3644"/>
              <a:gd name="T59" fmla="*/ 2163 h 2215"/>
              <a:gd name="T60" fmla="*/ 3521 w 3644"/>
              <a:gd name="T61" fmla="*/ 2214 h 22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3644" h="2215">
                <a:moveTo>
                  <a:pt x="3521" y="2214"/>
                </a:moveTo>
                <a:lnTo>
                  <a:pt x="3521" y="2214"/>
                </a:lnTo>
                <a:cubicBezTo>
                  <a:pt x="3501" y="2214"/>
                  <a:pt x="3482" y="2209"/>
                  <a:pt x="3464" y="2197"/>
                </a:cubicBezTo>
                <a:lnTo>
                  <a:pt x="3464" y="2197"/>
                </a:lnTo>
                <a:cubicBezTo>
                  <a:pt x="3299" y="2094"/>
                  <a:pt x="3110" y="2040"/>
                  <a:pt x="2916" y="2040"/>
                </a:cubicBezTo>
                <a:lnTo>
                  <a:pt x="2810" y="2040"/>
                </a:lnTo>
                <a:lnTo>
                  <a:pt x="2810" y="1932"/>
                </a:lnTo>
                <a:lnTo>
                  <a:pt x="2810" y="1932"/>
                </a:lnTo>
                <a:cubicBezTo>
                  <a:pt x="2810" y="986"/>
                  <a:pt x="2059" y="215"/>
                  <a:pt x="1136" y="215"/>
                </a:cubicBezTo>
                <a:lnTo>
                  <a:pt x="1136" y="215"/>
                </a:lnTo>
                <a:cubicBezTo>
                  <a:pt x="798" y="215"/>
                  <a:pt x="472" y="318"/>
                  <a:pt x="194" y="513"/>
                </a:cubicBezTo>
                <a:lnTo>
                  <a:pt x="194" y="513"/>
                </a:lnTo>
                <a:cubicBezTo>
                  <a:pt x="191" y="515"/>
                  <a:pt x="188" y="518"/>
                  <a:pt x="184" y="520"/>
                </a:cubicBezTo>
                <a:lnTo>
                  <a:pt x="184" y="520"/>
                </a:lnTo>
                <a:cubicBezTo>
                  <a:pt x="136" y="555"/>
                  <a:pt x="69" y="545"/>
                  <a:pt x="34" y="498"/>
                </a:cubicBezTo>
                <a:lnTo>
                  <a:pt x="34" y="498"/>
                </a:lnTo>
                <a:cubicBezTo>
                  <a:pt x="0" y="450"/>
                  <a:pt x="11" y="383"/>
                  <a:pt x="57" y="348"/>
                </a:cubicBezTo>
                <a:lnTo>
                  <a:pt x="57" y="348"/>
                </a:lnTo>
                <a:cubicBezTo>
                  <a:pt x="62" y="344"/>
                  <a:pt x="67" y="340"/>
                  <a:pt x="71" y="337"/>
                </a:cubicBezTo>
                <a:lnTo>
                  <a:pt x="71" y="337"/>
                </a:lnTo>
                <a:cubicBezTo>
                  <a:pt x="385" y="117"/>
                  <a:pt x="754" y="0"/>
                  <a:pt x="1136" y="0"/>
                </a:cubicBezTo>
                <a:lnTo>
                  <a:pt x="1136" y="0"/>
                </a:lnTo>
                <a:cubicBezTo>
                  <a:pt x="1641" y="0"/>
                  <a:pt x="2115" y="202"/>
                  <a:pt x="2472" y="567"/>
                </a:cubicBezTo>
                <a:lnTo>
                  <a:pt x="2472" y="567"/>
                </a:lnTo>
                <a:cubicBezTo>
                  <a:pt x="2804" y="908"/>
                  <a:pt x="2997" y="1352"/>
                  <a:pt x="3022" y="1829"/>
                </a:cubicBezTo>
                <a:lnTo>
                  <a:pt x="3022" y="1829"/>
                </a:lnTo>
                <a:cubicBezTo>
                  <a:pt x="3219" y="1846"/>
                  <a:pt x="3409" y="1909"/>
                  <a:pt x="3578" y="2016"/>
                </a:cubicBezTo>
                <a:lnTo>
                  <a:pt x="3578" y="2016"/>
                </a:lnTo>
                <a:cubicBezTo>
                  <a:pt x="3628" y="2047"/>
                  <a:pt x="3643" y="2113"/>
                  <a:pt x="3612" y="2163"/>
                </a:cubicBezTo>
                <a:lnTo>
                  <a:pt x="3612" y="2163"/>
                </a:lnTo>
                <a:cubicBezTo>
                  <a:pt x="3591" y="2196"/>
                  <a:pt x="3556" y="2214"/>
                  <a:pt x="3521" y="2214"/>
                </a:cubicBezTo>
              </a:path>
            </a:pathLst>
          </a:custGeom>
          <a:solidFill>
            <a:srgbClr val="B9CE1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3" name="Freeform 346">
            <a:extLst>
              <a:ext uri="{FF2B5EF4-FFF2-40B4-BE49-F238E27FC236}">
                <a16:creationId xmlns:a16="http://schemas.microsoft.com/office/drawing/2014/main" id="{32D76137-BEAD-405B-A516-3142283BD6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0506" y="4085422"/>
            <a:ext cx="2595466" cy="1386994"/>
          </a:xfrm>
          <a:custGeom>
            <a:avLst/>
            <a:gdLst>
              <a:gd name="T0" fmla="*/ 2902 w 4169"/>
              <a:gd name="T1" fmla="*/ 2226 h 2227"/>
              <a:gd name="T2" fmla="*/ 106 w 4169"/>
              <a:gd name="T3" fmla="*/ 2226 h 2227"/>
              <a:gd name="T4" fmla="*/ 106 w 4169"/>
              <a:gd name="T5" fmla="*/ 2226 h 2227"/>
              <a:gd name="T6" fmla="*/ 0 w 4169"/>
              <a:gd name="T7" fmla="*/ 2119 h 2227"/>
              <a:gd name="T8" fmla="*/ 0 w 4169"/>
              <a:gd name="T9" fmla="*/ 2119 h 2227"/>
              <a:gd name="T10" fmla="*/ 106 w 4169"/>
              <a:gd name="T11" fmla="*/ 2012 h 2227"/>
              <a:gd name="T12" fmla="*/ 2902 w 4169"/>
              <a:gd name="T13" fmla="*/ 2012 h 2227"/>
              <a:gd name="T14" fmla="*/ 2902 w 4169"/>
              <a:gd name="T15" fmla="*/ 2012 h 2227"/>
              <a:gd name="T16" fmla="*/ 3954 w 4169"/>
              <a:gd name="T17" fmla="*/ 932 h 2227"/>
              <a:gd name="T18" fmla="*/ 3954 w 4169"/>
              <a:gd name="T19" fmla="*/ 932 h 2227"/>
              <a:gd name="T20" fmla="*/ 3731 w 4169"/>
              <a:gd name="T21" fmla="*/ 267 h 2227"/>
              <a:gd name="T22" fmla="*/ 3731 w 4169"/>
              <a:gd name="T23" fmla="*/ 267 h 2227"/>
              <a:gd name="T24" fmla="*/ 3669 w 4169"/>
              <a:gd name="T25" fmla="*/ 192 h 2227"/>
              <a:gd name="T26" fmla="*/ 3669 w 4169"/>
              <a:gd name="T27" fmla="*/ 192 h 2227"/>
              <a:gd name="T28" fmla="*/ 3675 w 4169"/>
              <a:gd name="T29" fmla="*/ 40 h 2227"/>
              <a:gd name="T30" fmla="*/ 3675 w 4169"/>
              <a:gd name="T31" fmla="*/ 40 h 2227"/>
              <a:gd name="T32" fmla="*/ 3827 w 4169"/>
              <a:gd name="T33" fmla="*/ 47 h 2227"/>
              <a:gd name="T34" fmla="*/ 3827 w 4169"/>
              <a:gd name="T35" fmla="*/ 47 h 2227"/>
              <a:gd name="T36" fmla="*/ 3902 w 4169"/>
              <a:gd name="T37" fmla="*/ 137 h 2227"/>
              <a:gd name="T38" fmla="*/ 3902 w 4169"/>
              <a:gd name="T39" fmla="*/ 137 h 2227"/>
              <a:gd name="T40" fmla="*/ 4168 w 4169"/>
              <a:gd name="T41" fmla="*/ 932 h 2227"/>
              <a:gd name="T42" fmla="*/ 4168 w 4169"/>
              <a:gd name="T43" fmla="*/ 932 h 2227"/>
              <a:gd name="T44" fmla="*/ 2902 w 4169"/>
              <a:gd name="T45" fmla="*/ 2226 h 22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69" h="2227">
                <a:moveTo>
                  <a:pt x="2902" y="2226"/>
                </a:moveTo>
                <a:lnTo>
                  <a:pt x="106" y="2226"/>
                </a:lnTo>
                <a:lnTo>
                  <a:pt x="106" y="2226"/>
                </a:lnTo>
                <a:cubicBezTo>
                  <a:pt x="48" y="2226"/>
                  <a:pt x="0" y="2179"/>
                  <a:pt x="0" y="2119"/>
                </a:cubicBezTo>
                <a:lnTo>
                  <a:pt x="0" y="2119"/>
                </a:lnTo>
                <a:cubicBezTo>
                  <a:pt x="0" y="2060"/>
                  <a:pt x="48" y="2012"/>
                  <a:pt x="106" y="2012"/>
                </a:cubicBezTo>
                <a:lnTo>
                  <a:pt x="2902" y="2012"/>
                </a:lnTo>
                <a:lnTo>
                  <a:pt x="2902" y="2012"/>
                </a:lnTo>
                <a:cubicBezTo>
                  <a:pt x="3482" y="2012"/>
                  <a:pt x="3954" y="1527"/>
                  <a:pt x="3954" y="932"/>
                </a:cubicBezTo>
                <a:lnTo>
                  <a:pt x="3954" y="932"/>
                </a:lnTo>
                <a:cubicBezTo>
                  <a:pt x="3954" y="688"/>
                  <a:pt x="3877" y="458"/>
                  <a:pt x="3731" y="267"/>
                </a:cubicBezTo>
                <a:lnTo>
                  <a:pt x="3731" y="267"/>
                </a:lnTo>
                <a:cubicBezTo>
                  <a:pt x="3712" y="241"/>
                  <a:pt x="3690" y="216"/>
                  <a:pt x="3669" y="192"/>
                </a:cubicBezTo>
                <a:lnTo>
                  <a:pt x="3669" y="192"/>
                </a:lnTo>
                <a:cubicBezTo>
                  <a:pt x="3628" y="148"/>
                  <a:pt x="3631" y="80"/>
                  <a:pt x="3675" y="40"/>
                </a:cubicBezTo>
                <a:lnTo>
                  <a:pt x="3675" y="40"/>
                </a:lnTo>
                <a:cubicBezTo>
                  <a:pt x="3719" y="0"/>
                  <a:pt x="3787" y="3"/>
                  <a:pt x="3827" y="47"/>
                </a:cubicBezTo>
                <a:lnTo>
                  <a:pt x="3827" y="47"/>
                </a:lnTo>
                <a:cubicBezTo>
                  <a:pt x="3853" y="76"/>
                  <a:pt x="3878" y="106"/>
                  <a:pt x="3902" y="137"/>
                </a:cubicBezTo>
                <a:lnTo>
                  <a:pt x="3902" y="137"/>
                </a:lnTo>
                <a:cubicBezTo>
                  <a:pt x="4076" y="366"/>
                  <a:pt x="4168" y="641"/>
                  <a:pt x="4168" y="932"/>
                </a:cubicBezTo>
                <a:lnTo>
                  <a:pt x="4168" y="932"/>
                </a:lnTo>
                <a:cubicBezTo>
                  <a:pt x="4168" y="1645"/>
                  <a:pt x="3600" y="2226"/>
                  <a:pt x="2902" y="2226"/>
                </a:cubicBezTo>
              </a:path>
            </a:pathLst>
          </a:custGeom>
          <a:solidFill>
            <a:srgbClr val="94C11E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4" name="Freeform 347">
            <a:extLst>
              <a:ext uri="{FF2B5EF4-FFF2-40B4-BE49-F238E27FC236}">
                <a16:creationId xmlns:a16="http://schemas.microsoft.com/office/drawing/2014/main" id="{EFE55882-EF13-48D6-BD9B-BF52B1A83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3281" y="4112886"/>
            <a:ext cx="2562507" cy="1359528"/>
          </a:xfrm>
          <a:custGeom>
            <a:avLst/>
            <a:gdLst>
              <a:gd name="T0" fmla="*/ 4006 w 4114"/>
              <a:gd name="T1" fmla="*/ 2183 h 2184"/>
              <a:gd name="T2" fmla="*/ 1521 w 4114"/>
              <a:gd name="T3" fmla="*/ 2183 h 2184"/>
              <a:gd name="T4" fmla="*/ 1521 w 4114"/>
              <a:gd name="T5" fmla="*/ 2183 h 2184"/>
              <a:gd name="T6" fmla="*/ 0 w 4114"/>
              <a:gd name="T7" fmla="*/ 627 h 2184"/>
              <a:gd name="T8" fmla="*/ 0 w 4114"/>
              <a:gd name="T9" fmla="*/ 627 h 2184"/>
              <a:gd name="T10" fmla="*/ 74 w 4114"/>
              <a:gd name="T11" fmla="*/ 144 h 2184"/>
              <a:gd name="T12" fmla="*/ 74 w 4114"/>
              <a:gd name="T13" fmla="*/ 144 h 2184"/>
              <a:gd name="T14" fmla="*/ 95 w 4114"/>
              <a:gd name="T15" fmla="*/ 84 h 2184"/>
              <a:gd name="T16" fmla="*/ 95 w 4114"/>
              <a:gd name="T17" fmla="*/ 84 h 2184"/>
              <a:gd name="T18" fmla="*/ 232 w 4114"/>
              <a:gd name="T19" fmla="*/ 20 h 2184"/>
              <a:gd name="T20" fmla="*/ 232 w 4114"/>
              <a:gd name="T21" fmla="*/ 20 h 2184"/>
              <a:gd name="T22" fmla="*/ 296 w 4114"/>
              <a:gd name="T23" fmla="*/ 158 h 2184"/>
              <a:gd name="T24" fmla="*/ 296 w 4114"/>
              <a:gd name="T25" fmla="*/ 158 h 2184"/>
              <a:gd name="T26" fmla="*/ 279 w 4114"/>
              <a:gd name="T27" fmla="*/ 209 h 2184"/>
              <a:gd name="T28" fmla="*/ 279 w 4114"/>
              <a:gd name="T29" fmla="*/ 209 h 2184"/>
              <a:gd name="T30" fmla="*/ 214 w 4114"/>
              <a:gd name="T31" fmla="*/ 627 h 2184"/>
              <a:gd name="T32" fmla="*/ 214 w 4114"/>
              <a:gd name="T33" fmla="*/ 627 h 2184"/>
              <a:gd name="T34" fmla="*/ 1521 w 4114"/>
              <a:gd name="T35" fmla="*/ 1969 h 2184"/>
              <a:gd name="T36" fmla="*/ 4006 w 4114"/>
              <a:gd name="T37" fmla="*/ 1969 h 2184"/>
              <a:gd name="T38" fmla="*/ 4006 w 4114"/>
              <a:gd name="T39" fmla="*/ 1969 h 2184"/>
              <a:gd name="T40" fmla="*/ 4113 w 4114"/>
              <a:gd name="T41" fmla="*/ 2076 h 2184"/>
              <a:gd name="T42" fmla="*/ 4113 w 4114"/>
              <a:gd name="T43" fmla="*/ 2076 h 2184"/>
              <a:gd name="T44" fmla="*/ 4006 w 4114"/>
              <a:gd name="T45" fmla="*/ 2183 h 21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14" h="2184">
                <a:moveTo>
                  <a:pt x="4006" y="2183"/>
                </a:moveTo>
                <a:lnTo>
                  <a:pt x="1521" y="2183"/>
                </a:lnTo>
                <a:lnTo>
                  <a:pt x="1521" y="2183"/>
                </a:lnTo>
                <a:cubicBezTo>
                  <a:pt x="682" y="2183"/>
                  <a:pt x="0" y="1485"/>
                  <a:pt x="0" y="627"/>
                </a:cubicBezTo>
                <a:lnTo>
                  <a:pt x="0" y="627"/>
                </a:lnTo>
                <a:cubicBezTo>
                  <a:pt x="0" y="462"/>
                  <a:pt x="25" y="300"/>
                  <a:pt x="74" y="144"/>
                </a:cubicBezTo>
                <a:lnTo>
                  <a:pt x="74" y="144"/>
                </a:lnTo>
                <a:cubicBezTo>
                  <a:pt x="81" y="124"/>
                  <a:pt x="88" y="104"/>
                  <a:pt x="95" y="84"/>
                </a:cubicBezTo>
                <a:lnTo>
                  <a:pt x="95" y="84"/>
                </a:lnTo>
                <a:cubicBezTo>
                  <a:pt x="115" y="29"/>
                  <a:pt x="177" y="0"/>
                  <a:pt x="232" y="20"/>
                </a:cubicBezTo>
                <a:lnTo>
                  <a:pt x="232" y="20"/>
                </a:lnTo>
                <a:cubicBezTo>
                  <a:pt x="288" y="41"/>
                  <a:pt x="317" y="102"/>
                  <a:pt x="296" y="158"/>
                </a:cubicBezTo>
                <a:lnTo>
                  <a:pt x="296" y="158"/>
                </a:lnTo>
                <a:cubicBezTo>
                  <a:pt x="290" y="174"/>
                  <a:pt x="285" y="192"/>
                  <a:pt x="279" y="209"/>
                </a:cubicBezTo>
                <a:lnTo>
                  <a:pt x="279" y="209"/>
                </a:lnTo>
                <a:cubicBezTo>
                  <a:pt x="236" y="344"/>
                  <a:pt x="214" y="484"/>
                  <a:pt x="214" y="627"/>
                </a:cubicBezTo>
                <a:lnTo>
                  <a:pt x="214" y="627"/>
                </a:lnTo>
                <a:cubicBezTo>
                  <a:pt x="214" y="1367"/>
                  <a:pt x="800" y="1969"/>
                  <a:pt x="1521" y="1969"/>
                </a:cubicBezTo>
                <a:lnTo>
                  <a:pt x="4006" y="1969"/>
                </a:lnTo>
                <a:lnTo>
                  <a:pt x="4006" y="1969"/>
                </a:lnTo>
                <a:cubicBezTo>
                  <a:pt x="4065" y="1969"/>
                  <a:pt x="4113" y="2017"/>
                  <a:pt x="4113" y="2076"/>
                </a:cubicBezTo>
                <a:lnTo>
                  <a:pt x="4113" y="2076"/>
                </a:lnTo>
                <a:cubicBezTo>
                  <a:pt x="4113" y="2136"/>
                  <a:pt x="4065" y="2183"/>
                  <a:pt x="4006" y="2183"/>
                </a:cubicBezTo>
              </a:path>
            </a:pathLst>
          </a:custGeom>
          <a:solidFill>
            <a:srgbClr val="35A8E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5" name="Freeform 348">
            <a:extLst>
              <a:ext uri="{FF2B5EF4-FFF2-40B4-BE49-F238E27FC236}">
                <a16:creationId xmlns:a16="http://schemas.microsoft.com/office/drawing/2014/main" id="{704E15A1-9A3F-4095-AA7E-CC2E2D1AC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47590" y="2379829"/>
            <a:ext cx="1005228" cy="606983"/>
          </a:xfrm>
          <a:custGeom>
            <a:avLst/>
            <a:gdLst>
              <a:gd name="T0" fmla="*/ 0 w 1616"/>
              <a:gd name="T1" fmla="*/ 0 h 974"/>
              <a:gd name="T2" fmla="*/ 1615 w 1616"/>
              <a:gd name="T3" fmla="*/ 0 h 974"/>
              <a:gd name="T4" fmla="*/ 1615 w 1616"/>
              <a:gd name="T5" fmla="*/ 973 h 9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6" h="974">
                <a:moveTo>
                  <a:pt x="0" y="0"/>
                </a:moveTo>
                <a:lnTo>
                  <a:pt x="1615" y="0"/>
                </a:lnTo>
                <a:lnTo>
                  <a:pt x="1615" y="973"/>
                </a:lnTo>
              </a:path>
            </a:pathLst>
          </a:custGeom>
          <a:noFill/>
          <a:ln w="50800" cap="flat">
            <a:solidFill>
              <a:srgbClr val="F0940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6" name="Freeform 349">
            <a:extLst>
              <a:ext uri="{FF2B5EF4-FFF2-40B4-BE49-F238E27FC236}">
                <a16:creationId xmlns:a16="http://schemas.microsoft.com/office/drawing/2014/main" id="{1ECD158C-181C-4631-AFE7-40D484C98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5873" y="2226023"/>
            <a:ext cx="1005228" cy="417472"/>
          </a:xfrm>
          <a:custGeom>
            <a:avLst/>
            <a:gdLst>
              <a:gd name="T0" fmla="*/ 1615 w 1616"/>
              <a:gd name="T1" fmla="*/ 0 h 671"/>
              <a:gd name="T2" fmla="*/ 0 w 1616"/>
              <a:gd name="T3" fmla="*/ 0 h 671"/>
              <a:gd name="T4" fmla="*/ 0 w 1616"/>
              <a:gd name="T5" fmla="*/ 67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6" h="671">
                <a:moveTo>
                  <a:pt x="1615" y="0"/>
                </a:moveTo>
                <a:lnTo>
                  <a:pt x="0" y="0"/>
                </a:lnTo>
                <a:lnTo>
                  <a:pt x="0" y="670"/>
                </a:lnTo>
              </a:path>
            </a:pathLst>
          </a:custGeom>
          <a:noFill/>
          <a:ln w="50800" cap="flat">
            <a:solidFill>
              <a:srgbClr val="B9CE1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7" name="Freeform 350">
            <a:extLst>
              <a:ext uri="{FF2B5EF4-FFF2-40B4-BE49-F238E27FC236}">
                <a16:creationId xmlns:a16="http://schemas.microsoft.com/office/drawing/2014/main" id="{BB08EFAB-BE1A-4852-BC15-B0CC29FF9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38490" y="5582275"/>
            <a:ext cx="1005228" cy="417472"/>
          </a:xfrm>
          <a:custGeom>
            <a:avLst/>
            <a:gdLst>
              <a:gd name="T0" fmla="*/ 0 w 1616"/>
              <a:gd name="T1" fmla="*/ 670 h 671"/>
              <a:gd name="T2" fmla="*/ 1615 w 1616"/>
              <a:gd name="T3" fmla="*/ 670 h 671"/>
              <a:gd name="T4" fmla="*/ 1615 w 1616"/>
              <a:gd name="T5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6" h="671">
                <a:moveTo>
                  <a:pt x="0" y="670"/>
                </a:moveTo>
                <a:lnTo>
                  <a:pt x="1615" y="670"/>
                </a:lnTo>
                <a:lnTo>
                  <a:pt x="1615" y="0"/>
                </a:lnTo>
              </a:path>
            </a:pathLst>
          </a:custGeom>
          <a:noFill/>
          <a:ln w="50800" cap="flat">
            <a:solidFill>
              <a:srgbClr val="35A8E0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8" name="Freeform 351">
            <a:extLst>
              <a:ext uri="{FF2B5EF4-FFF2-40B4-BE49-F238E27FC236}">
                <a16:creationId xmlns:a16="http://schemas.microsoft.com/office/drawing/2014/main" id="{A3717B00-D93D-4B2D-8D9E-99D66F5B13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8493" y="5582275"/>
            <a:ext cx="1005228" cy="417472"/>
          </a:xfrm>
          <a:custGeom>
            <a:avLst/>
            <a:gdLst>
              <a:gd name="T0" fmla="*/ 1615 w 1616"/>
              <a:gd name="T1" fmla="*/ 670 h 671"/>
              <a:gd name="T2" fmla="*/ 0 w 1616"/>
              <a:gd name="T3" fmla="*/ 670 h 671"/>
              <a:gd name="T4" fmla="*/ 0 w 1616"/>
              <a:gd name="T5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616" h="671">
                <a:moveTo>
                  <a:pt x="1615" y="670"/>
                </a:moveTo>
                <a:lnTo>
                  <a:pt x="0" y="670"/>
                </a:lnTo>
                <a:lnTo>
                  <a:pt x="0" y="0"/>
                </a:lnTo>
              </a:path>
            </a:pathLst>
          </a:custGeom>
          <a:noFill/>
          <a:ln w="50800" cap="flat">
            <a:solidFill>
              <a:srgbClr val="94C11E"/>
            </a:solidFill>
            <a:prstDash val="sys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9" name="TextBox 3">
            <a:extLst>
              <a:ext uri="{FF2B5EF4-FFF2-40B4-BE49-F238E27FC236}">
                <a16:creationId xmlns:a16="http://schemas.microsoft.com/office/drawing/2014/main" id="{1E5377FB-0357-41D2-B440-EBA1730BFD71}"/>
              </a:ext>
            </a:extLst>
          </p:cNvPr>
          <p:cNvSpPr txBox="1"/>
          <p:nvPr/>
        </p:nvSpPr>
        <p:spPr>
          <a:xfrm>
            <a:off x="762001" y="283413"/>
            <a:ext cx="1066800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4000" b="1" dirty="0">
                <a:ln>
                  <a:solidFill>
                    <a:srgbClr val="F09400"/>
                  </a:solidFill>
                </a:ln>
                <a:noFill/>
                <a:latin typeface="Barlow" pitchFamily="2" charset="77"/>
              </a:rPr>
              <a:t>PostgreSQL</a:t>
            </a: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4DF8E87-071F-46E3-ACBA-6681C30DF3A5}"/>
              </a:ext>
            </a:extLst>
          </p:cNvPr>
          <p:cNvSpPr txBox="1"/>
          <p:nvPr/>
        </p:nvSpPr>
        <p:spPr>
          <a:xfrm>
            <a:off x="931926" y="964324"/>
            <a:ext cx="10667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500" spc="-60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It is a powerful, open source object-relational database system that uses and extends the SQL language combined with many features that safely store and scale the most complicated data workloads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31679749-A675-4B17-AF05-6C412D5D14E4}"/>
              </a:ext>
            </a:extLst>
          </p:cNvPr>
          <p:cNvSpPr txBox="1"/>
          <p:nvPr/>
        </p:nvSpPr>
        <p:spPr>
          <a:xfrm>
            <a:off x="2003832" y="1866404"/>
            <a:ext cx="2056944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700" b="1" spc="-15" dirty="0">
                <a:solidFill>
                  <a:srgbClr val="F09400"/>
                </a:solidFill>
                <a:latin typeface="Poppins" pitchFamily="2" charset="77"/>
                <a:cs typeface="Poppins" pitchFamily="2" charset="77"/>
              </a:rPr>
              <a:t>Data Types</a:t>
            </a:r>
          </a:p>
        </p:txBody>
      </p:sp>
      <p:sp>
        <p:nvSpPr>
          <p:cNvPr id="22" name="TextBox 6">
            <a:extLst>
              <a:ext uri="{FF2B5EF4-FFF2-40B4-BE49-F238E27FC236}">
                <a16:creationId xmlns:a16="http://schemas.microsoft.com/office/drawing/2014/main" id="{7E28C544-1311-4E74-A572-4B2D5DD3D17A}"/>
              </a:ext>
            </a:extLst>
          </p:cNvPr>
          <p:cNvSpPr txBox="1"/>
          <p:nvPr/>
        </p:nvSpPr>
        <p:spPr>
          <a:xfrm>
            <a:off x="2003832" y="2241735"/>
            <a:ext cx="2056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Primitives, Structured, Customizations</a:t>
            </a:r>
          </a:p>
        </p:txBody>
      </p:sp>
      <p:sp>
        <p:nvSpPr>
          <p:cNvPr id="23" name="TextBox 7">
            <a:extLst>
              <a:ext uri="{FF2B5EF4-FFF2-40B4-BE49-F238E27FC236}">
                <a16:creationId xmlns:a16="http://schemas.microsoft.com/office/drawing/2014/main" id="{D07100C1-7B86-4333-B8F3-8DFB7583B9AE}"/>
              </a:ext>
            </a:extLst>
          </p:cNvPr>
          <p:cNvSpPr txBox="1"/>
          <p:nvPr/>
        </p:nvSpPr>
        <p:spPr>
          <a:xfrm>
            <a:off x="8131224" y="1737979"/>
            <a:ext cx="2056944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B9CE10"/>
                </a:solidFill>
                <a:latin typeface="Poppins" pitchFamily="2" charset="77"/>
                <a:cs typeface="Poppins" pitchFamily="2" charset="77"/>
              </a:rPr>
              <a:t>Data Integrity</a:t>
            </a:r>
          </a:p>
        </p:txBody>
      </p:sp>
      <p:sp>
        <p:nvSpPr>
          <p:cNvPr id="24" name="TextBox 8">
            <a:extLst>
              <a:ext uri="{FF2B5EF4-FFF2-40B4-BE49-F238E27FC236}">
                <a16:creationId xmlns:a16="http://schemas.microsoft.com/office/drawing/2014/main" id="{73FDCD91-C28C-4CB7-9C0D-47D8C74B30DC}"/>
              </a:ext>
            </a:extLst>
          </p:cNvPr>
          <p:cNvSpPr txBox="1"/>
          <p:nvPr/>
        </p:nvSpPr>
        <p:spPr>
          <a:xfrm>
            <a:off x="8131224" y="2113310"/>
            <a:ext cx="20569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Unique, 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Primary key,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Exclusion Constraints</a:t>
            </a: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553B84A4-CE71-48F7-A022-159F51CFC743}"/>
              </a:ext>
            </a:extLst>
          </p:cNvPr>
          <p:cNvSpPr txBox="1"/>
          <p:nvPr/>
        </p:nvSpPr>
        <p:spPr>
          <a:xfrm>
            <a:off x="1114376" y="5232068"/>
            <a:ext cx="2056944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r"/>
            <a:r>
              <a:rPr lang="en-US" sz="1700" b="1" spc="-15" dirty="0">
                <a:solidFill>
                  <a:srgbClr val="35A8E0"/>
                </a:solidFill>
                <a:latin typeface="Poppins" pitchFamily="2" charset="77"/>
                <a:cs typeface="Poppins" pitchFamily="2" charset="77"/>
              </a:rPr>
              <a:t>Security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B410D3C6-ED13-441E-B276-F008C1AE7D29}"/>
              </a:ext>
            </a:extLst>
          </p:cNvPr>
          <p:cNvSpPr txBox="1"/>
          <p:nvPr/>
        </p:nvSpPr>
        <p:spPr>
          <a:xfrm>
            <a:off x="479501" y="5520621"/>
            <a:ext cx="42740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Robust access-control system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Column and row-level security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Multi-factor authentication with certificates and an additional method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A502940C-5B4F-475F-9775-7837A9B182BD}"/>
              </a:ext>
            </a:extLst>
          </p:cNvPr>
          <p:cNvSpPr txBox="1"/>
          <p:nvPr/>
        </p:nvSpPr>
        <p:spPr>
          <a:xfrm>
            <a:off x="9020680" y="4970458"/>
            <a:ext cx="2834436" cy="61555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r>
              <a:rPr lang="en-US" sz="1700" b="1" spc="-15" dirty="0">
                <a:solidFill>
                  <a:srgbClr val="94C11E"/>
                </a:solidFill>
                <a:latin typeface="Poppins" pitchFamily="2" charset="77"/>
                <a:cs typeface="Poppins" pitchFamily="2" charset="77"/>
              </a:rPr>
              <a:t>Concurrency, Performance</a:t>
            </a: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BB58F72-70A5-44C4-9523-34540A65C828}"/>
              </a:ext>
            </a:extLst>
          </p:cNvPr>
          <p:cNvSpPr txBox="1"/>
          <p:nvPr/>
        </p:nvSpPr>
        <p:spPr>
          <a:xfrm>
            <a:off x="9020680" y="5607399"/>
            <a:ext cx="28344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Indexing,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Table partitioning,</a:t>
            </a:r>
          </a:p>
          <a:p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Just-in-time (JIT) compilation of expressions</a:t>
            </a:r>
          </a:p>
        </p:txBody>
      </p:sp>
      <p:pic>
        <p:nvPicPr>
          <p:cNvPr id="1026" name="Picture 2" descr="Connector Postgresql Colorlogo - Postgres Logo, HD Png Download ,  Transparent Png Image - PNGitem">
            <a:extLst>
              <a:ext uri="{FF2B5EF4-FFF2-40B4-BE49-F238E27FC236}">
                <a16:creationId xmlns:a16="http://schemas.microsoft.com/office/drawing/2014/main" id="{BD20B4E5-F33E-4447-92E6-60BF6F800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6586" y="2683320"/>
            <a:ext cx="4060213" cy="3157570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263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3">
            <a:extLst>
              <a:ext uri="{FF2B5EF4-FFF2-40B4-BE49-F238E27FC236}">
                <a16:creationId xmlns:a16="http://schemas.microsoft.com/office/drawing/2014/main" id="{881D7359-8948-4682-A3DB-AB484782248D}"/>
              </a:ext>
            </a:extLst>
          </p:cNvPr>
          <p:cNvGrpSpPr/>
          <p:nvPr/>
        </p:nvGrpSpPr>
        <p:grpSpPr>
          <a:xfrm>
            <a:off x="-75517" y="0"/>
            <a:ext cx="12346059" cy="7067523"/>
            <a:chOff x="-41765" y="-28368"/>
            <a:chExt cx="12346059" cy="7067523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545AFDE-1735-4D0F-9F81-2F5D75C4AFF6}"/>
                </a:ext>
              </a:extLst>
            </p:cNvPr>
            <p:cNvSpPr/>
            <p:nvPr/>
          </p:nvSpPr>
          <p:spPr>
            <a:xfrm>
              <a:off x="-41765" y="-28368"/>
              <a:ext cx="12343033" cy="7067523"/>
            </a:xfrm>
            <a:prstGeom prst="rect">
              <a:avLst/>
            </a:prstGeom>
            <a:gradFill flip="none" rotWithShape="1">
              <a:gsLst>
                <a:gs pos="0">
                  <a:srgbClr val="11182D">
                    <a:lumMod val="90000"/>
                    <a:lumOff val="10000"/>
                  </a:srgbClr>
                </a:gs>
                <a:gs pos="38000">
                  <a:srgbClr val="141B34"/>
                </a:gs>
                <a:gs pos="100000">
                  <a:srgbClr val="11182D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9" name="Right Triangle 35">
              <a:extLst>
                <a:ext uri="{FF2B5EF4-FFF2-40B4-BE49-F238E27FC236}">
                  <a16:creationId xmlns:a16="http://schemas.microsoft.com/office/drawing/2014/main" id="{A130EB06-BD6A-4CF7-8F76-737A653946FD}"/>
                </a:ext>
              </a:extLst>
            </p:cNvPr>
            <p:cNvSpPr/>
            <p:nvPr/>
          </p:nvSpPr>
          <p:spPr>
            <a:xfrm rot="5400000">
              <a:off x="-147700" y="7999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10" name="Right Triangle 36">
              <a:extLst>
                <a:ext uri="{FF2B5EF4-FFF2-40B4-BE49-F238E27FC236}">
                  <a16:creationId xmlns:a16="http://schemas.microsoft.com/office/drawing/2014/main" id="{0A81281E-DF5D-4C38-9984-AEC99DFE7304}"/>
                </a:ext>
              </a:extLst>
            </p:cNvPr>
            <p:cNvSpPr/>
            <p:nvPr/>
          </p:nvSpPr>
          <p:spPr>
            <a:xfrm rot="16200000">
              <a:off x="10207141" y="492992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grpSp>
        <p:nvGrpSpPr>
          <p:cNvPr id="11" name="Group 32">
            <a:extLst>
              <a:ext uri="{FF2B5EF4-FFF2-40B4-BE49-F238E27FC236}">
                <a16:creationId xmlns:a16="http://schemas.microsoft.com/office/drawing/2014/main" id="{BF9AA139-BC1E-45F9-A56F-2AAF40464DA7}"/>
              </a:ext>
            </a:extLst>
          </p:cNvPr>
          <p:cNvGrpSpPr/>
          <p:nvPr/>
        </p:nvGrpSpPr>
        <p:grpSpPr>
          <a:xfrm>
            <a:off x="3574691" y="652267"/>
            <a:ext cx="5042618" cy="2581732"/>
            <a:chOff x="7146207" y="1304533"/>
            <a:chExt cx="10085236" cy="5163463"/>
          </a:xfrm>
        </p:grpSpPr>
        <p:sp>
          <p:nvSpPr>
            <p:cNvPr id="12" name="Freeform 2">
              <a:extLst>
                <a:ext uri="{FF2B5EF4-FFF2-40B4-BE49-F238E27FC236}">
                  <a16:creationId xmlns:a16="http://schemas.microsoft.com/office/drawing/2014/main" id="{D4833F28-775C-4E5C-A72A-A6B93BFD9E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46207" y="2260324"/>
              <a:ext cx="2026935" cy="3916541"/>
            </a:xfrm>
            <a:custGeom>
              <a:avLst/>
              <a:gdLst>
                <a:gd name="T0" fmla="*/ 347 w 1628"/>
                <a:gd name="T1" fmla="*/ 2601 h 3143"/>
                <a:gd name="T2" fmla="*/ 347 w 1628"/>
                <a:gd name="T3" fmla="*/ 2601 h 3143"/>
                <a:gd name="T4" fmla="*/ 1627 w 1628"/>
                <a:gd name="T5" fmla="*/ 3142 h 3143"/>
                <a:gd name="T6" fmla="*/ 1627 w 1628"/>
                <a:gd name="T7" fmla="*/ 0 h 3143"/>
                <a:gd name="T8" fmla="*/ 1627 w 1628"/>
                <a:gd name="T9" fmla="*/ 0 h 3143"/>
                <a:gd name="T10" fmla="*/ 1194 w 1628"/>
                <a:gd name="T11" fmla="*/ 728 h 3143"/>
                <a:gd name="T12" fmla="*/ 1194 w 1628"/>
                <a:gd name="T13" fmla="*/ 728 h 3143"/>
                <a:gd name="T14" fmla="*/ 1084 w 1628"/>
                <a:gd name="T15" fmla="*/ 722 h 3143"/>
                <a:gd name="T16" fmla="*/ 1084 w 1628"/>
                <a:gd name="T17" fmla="*/ 722 h 3143"/>
                <a:gd name="T18" fmla="*/ 0 w 1628"/>
                <a:gd name="T19" fmla="*/ 1806 h 3143"/>
                <a:gd name="T20" fmla="*/ 0 w 1628"/>
                <a:gd name="T21" fmla="*/ 1806 h 3143"/>
                <a:gd name="T22" fmla="*/ 347 w 1628"/>
                <a:gd name="T23" fmla="*/ 2601 h 3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628" h="3143">
                  <a:moveTo>
                    <a:pt x="347" y="2601"/>
                  </a:moveTo>
                  <a:lnTo>
                    <a:pt x="347" y="2601"/>
                  </a:lnTo>
                  <a:cubicBezTo>
                    <a:pt x="570" y="2817"/>
                    <a:pt x="1024" y="3005"/>
                    <a:pt x="1627" y="3142"/>
                  </a:cubicBezTo>
                  <a:lnTo>
                    <a:pt x="1627" y="0"/>
                  </a:lnTo>
                  <a:lnTo>
                    <a:pt x="1627" y="0"/>
                  </a:lnTo>
                  <a:cubicBezTo>
                    <a:pt x="1396" y="169"/>
                    <a:pt x="1234" y="429"/>
                    <a:pt x="1194" y="728"/>
                  </a:cubicBezTo>
                  <a:lnTo>
                    <a:pt x="1194" y="728"/>
                  </a:lnTo>
                  <a:cubicBezTo>
                    <a:pt x="1158" y="724"/>
                    <a:pt x="1121" y="722"/>
                    <a:pt x="1084" y="722"/>
                  </a:cubicBezTo>
                  <a:lnTo>
                    <a:pt x="1084" y="722"/>
                  </a:lnTo>
                  <a:cubicBezTo>
                    <a:pt x="485" y="722"/>
                    <a:pt x="0" y="1207"/>
                    <a:pt x="0" y="1806"/>
                  </a:cubicBezTo>
                  <a:lnTo>
                    <a:pt x="0" y="1806"/>
                  </a:lnTo>
                  <a:cubicBezTo>
                    <a:pt x="0" y="2120"/>
                    <a:pt x="133" y="2403"/>
                    <a:pt x="347" y="2601"/>
                  </a:cubicBezTo>
                </a:path>
              </a:pathLst>
            </a:custGeom>
            <a:solidFill>
              <a:srgbClr val="F0940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</a:endParaRPr>
            </a:p>
          </p:txBody>
        </p:sp>
        <p:sp>
          <p:nvSpPr>
            <p:cNvPr id="13" name="Freeform 3">
              <a:extLst>
                <a:ext uri="{FF2B5EF4-FFF2-40B4-BE49-F238E27FC236}">
                  <a16:creationId xmlns:a16="http://schemas.microsoft.com/office/drawing/2014/main" id="{32EBD113-1AEB-40A1-8FF8-CFA96A2805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73144" y="1617637"/>
              <a:ext cx="2026933" cy="4828390"/>
            </a:xfrm>
            <a:custGeom>
              <a:avLst/>
              <a:gdLst>
                <a:gd name="T0" fmla="*/ 1233 w 1629"/>
                <a:gd name="T1" fmla="*/ 483 h 3875"/>
                <a:gd name="T2" fmla="*/ 1233 w 1629"/>
                <a:gd name="T3" fmla="*/ 483 h 3875"/>
                <a:gd name="T4" fmla="*/ 641 w 1629"/>
                <a:gd name="T5" fmla="*/ 307 h 3875"/>
                <a:gd name="T6" fmla="*/ 641 w 1629"/>
                <a:gd name="T7" fmla="*/ 307 h 3875"/>
                <a:gd name="T8" fmla="*/ 0 w 1629"/>
                <a:gd name="T9" fmla="*/ 517 h 3875"/>
                <a:gd name="T10" fmla="*/ 0 w 1629"/>
                <a:gd name="T11" fmla="*/ 3659 h 3875"/>
                <a:gd name="T12" fmla="*/ 0 w 1629"/>
                <a:gd name="T13" fmla="*/ 3659 h 3875"/>
                <a:gd name="T14" fmla="*/ 1628 w 1629"/>
                <a:gd name="T15" fmla="*/ 3874 h 3875"/>
                <a:gd name="T16" fmla="*/ 1628 w 1629"/>
                <a:gd name="T17" fmla="*/ 0 h 3875"/>
                <a:gd name="T18" fmla="*/ 1628 w 1629"/>
                <a:gd name="T19" fmla="*/ 0 h 3875"/>
                <a:gd name="T20" fmla="*/ 1233 w 1629"/>
                <a:gd name="T21" fmla="*/ 483 h 38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29" h="3875">
                  <a:moveTo>
                    <a:pt x="1233" y="483"/>
                  </a:moveTo>
                  <a:lnTo>
                    <a:pt x="1233" y="483"/>
                  </a:lnTo>
                  <a:cubicBezTo>
                    <a:pt x="1063" y="372"/>
                    <a:pt x="859" y="307"/>
                    <a:pt x="641" y="307"/>
                  </a:cubicBezTo>
                  <a:lnTo>
                    <a:pt x="641" y="307"/>
                  </a:lnTo>
                  <a:cubicBezTo>
                    <a:pt x="401" y="307"/>
                    <a:pt x="180" y="385"/>
                    <a:pt x="0" y="517"/>
                  </a:cubicBezTo>
                  <a:lnTo>
                    <a:pt x="0" y="3659"/>
                  </a:lnTo>
                  <a:lnTo>
                    <a:pt x="0" y="3659"/>
                  </a:lnTo>
                  <a:cubicBezTo>
                    <a:pt x="466" y="3764"/>
                    <a:pt x="1020" y="3840"/>
                    <a:pt x="1628" y="3874"/>
                  </a:cubicBezTo>
                  <a:lnTo>
                    <a:pt x="1628" y="0"/>
                  </a:lnTo>
                  <a:lnTo>
                    <a:pt x="1628" y="0"/>
                  </a:lnTo>
                  <a:cubicBezTo>
                    <a:pt x="1459" y="124"/>
                    <a:pt x="1323" y="291"/>
                    <a:pt x="1233" y="483"/>
                  </a:cubicBezTo>
                </a:path>
              </a:pathLst>
            </a:custGeom>
            <a:solidFill>
              <a:srgbClr val="B9CE1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</a:endParaRPr>
            </a:p>
          </p:txBody>
        </p:sp>
        <p:sp>
          <p:nvSpPr>
            <p:cNvPr id="14" name="Freeform 4">
              <a:extLst>
                <a:ext uri="{FF2B5EF4-FFF2-40B4-BE49-F238E27FC236}">
                  <a16:creationId xmlns:a16="http://schemas.microsoft.com/office/drawing/2014/main" id="{1EBB6DC5-78C3-4F4D-8568-0E965AF77E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00075" y="1304533"/>
              <a:ext cx="2026935" cy="5163463"/>
            </a:xfrm>
            <a:custGeom>
              <a:avLst/>
              <a:gdLst>
                <a:gd name="T0" fmla="*/ 751 w 1627"/>
                <a:gd name="T1" fmla="*/ 0 h 4145"/>
                <a:gd name="T2" fmla="*/ 751 w 1627"/>
                <a:gd name="T3" fmla="*/ 0 h 4145"/>
                <a:gd name="T4" fmla="*/ 0 w 1627"/>
                <a:gd name="T5" fmla="*/ 249 h 4145"/>
                <a:gd name="T6" fmla="*/ 0 w 1627"/>
                <a:gd name="T7" fmla="*/ 4123 h 4145"/>
                <a:gd name="T8" fmla="*/ 0 w 1627"/>
                <a:gd name="T9" fmla="*/ 4123 h 4145"/>
                <a:gd name="T10" fmla="*/ 751 w 1627"/>
                <a:gd name="T11" fmla="*/ 4144 h 4145"/>
                <a:gd name="T12" fmla="*/ 751 w 1627"/>
                <a:gd name="T13" fmla="*/ 4144 h 4145"/>
                <a:gd name="T14" fmla="*/ 1626 w 1627"/>
                <a:gd name="T15" fmla="*/ 4116 h 4145"/>
                <a:gd name="T16" fmla="*/ 1626 w 1627"/>
                <a:gd name="T17" fmla="*/ 353 h 4145"/>
                <a:gd name="T18" fmla="*/ 1626 w 1627"/>
                <a:gd name="T19" fmla="*/ 353 h 4145"/>
                <a:gd name="T20" fmla="*/ 751 w 1627"/>
                <a:gd name="T21" fmla="*/ 0 h 41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27" h="4145">
                  <a:moveTo>
                    <a:pt x="751" y="0"/>
                  </a:moveTo>
                  <a:lnTo>
                    <a:pt x="751" y="0"/>
                  </a:lnTo>
                  <a:cubicBezTo>
                    <a:pt x="470" y="0"/>
                    <a:pt x="209" y="93"/>
                    <a:pt x="0" y="249"/>
                  </a:cubicBezTo>
                  <a:lnTo>
                    <a:pt x="0" y="4123"/>
                  </a:lnTo>
                  <a:lnTo>
                    <a:pt x="0" y="4123"/>
                  </a:lnTo>
                  <a:cubicBezTo>
                    <a:pt x="242" y="4137"/>
                    <a:pt x="494" y="4144"/>
                    <a:pt x="751" y="4144"/>
                  </a:cubicBezTo>
                  <a:lnTo>
                    <a:pt x="751" y="4144"/>
                  </a:lnTo>
                  <a:cubicBezTo>
                    <a:pt x="1051" y="4144"/>
                    <a:pt x="1345" y="4134"/>
                    <a:pt x="1626" y="4116"/>
                  </a:cubicBezTo>
                  <a:lnTo>
                    <a:pt x="1626" y="353"/>
                  </a:lnTo>
                  <a:lnTo>
                    <a:pt x="1626" y="353"/>
                  </a:lnTo>
                  <a:cubicBezTo>
                    <a:pt x="1399" y="135"/>
                    <a:pt x="1090" y="0"/>
                    <a:pt x="751" y="0"/>
                  </a:cubicBezTo>
                </a:path>
              </a:pathLst>
            </a:custGeom>
            <a:solidFill>
              <a:srgbClr val="94C11E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</a:endParaRPr>
            </a:p>
          </p:txBody>
        </p:sp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9D9F48BB-96F3-4246-B841-65E933972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27012" y="1743979"/>
              <a:ext cx="2026933" cy="4691061"/>
            </a:xfrm>
            <a:custGeom>
              <a:avLst/>
              <a:gdLst>
                <a:gd name="T0" fmla="*/ 274 w 1628"/>
                <a:gd name="T1" fmla="*/ 387 h 3764"/>
                <a:gd name="T2" fmla="*/ 274 w 1628"/>
                <a:gd name="T3" fmla="*/ 387 h 3764"/>
                <a:gd name="T4" fmla="*/ 0 w 1628"/>
                <a:gd name="T5" fmla="*/ 0 h 3764"/>
                <a:gd name="T6" fmla="*/ 0 w 1628"/>
                <a:gd name="T7" fmla="*/ 3763 h 3764"/>
                <a:gd name="T8" fmla="*/ 0 w 1628"/>
                <a:gd name="T9" fmla="*/ 3763 h 3764"/>
                <a:gd name="T10" fmla="*/ 1627 w 1628"/>
                <a:gd name="T11" fmla="*/ 3525 h 3764"/>
                <a:gd name="T12" fmla="*/ 1627 w 1628"/>
                <a:gd name="T13" fmla="*/ 504 h 3764"/>
                <a:gd name="T14" fmla="*/ 1627 w 1628"/>
                <a:gd name="T15" fmla="*/ 504 h 3764"/>
                <a:gd name="T16" fmla="*/ 878 w 1628"/>
                <a:gd name="T17" fmla="*/ 203 h 3764"/>
                <a:gd name="T18" fmla="*/ 878 w 1628"/>
                <a:gd name="T19" fmla="*/ 203 h 3764"/>
                <a:gd name="T20" fmla="*/ 274 w 1628"/>
                <a:gd name="T21" fmla="*/ 387 h 37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628" h="3764">
                  <a:moveTo>
                    <a:pt x="274" y="387"/>
                  </a:moveTo>
                  <a:lnTo>
                    <a:pt x="274" y="387"/>
                  </a:lnTo>
                  <a:cubicBezTo>
                    <a:pt x="207" y="241"/>
                    <a:pt x="114" y="110"/>
                    <a:pt x="0" y="0"/>
                  </a:cubicBezTo>
                  <a:lnTo>
                    <a:pt x="0" y="3763"/>
                  </a:lnTo>
                  <a:lnTo>
                    <a:pt x="0" y="3763"/>
                  </a:lnTo>
                  <a:cubicBezTo>
                    <a:pt x="612" y="3722"/>
                    <a:pt x="1168" y="3638"/>
                    <a:pt x="1627" y="3525"/>
                  </a:cubicBezTo>
                  <a:lnTo>
                    <a:pt x="1627" y="504"/>
                  </a:lnTo>
                  <a:lnTo>
                    <a:pt x="1627" y="504"/>
                  </a:lnTo>
                  <a:cubicBezTo>
                    <a:pt x="1433" y="318"/>
                    <a:pt x="1168" y="203"/>
                    <a:pt x="878" y="203"/>
                  </a:cubicBezTo>
                  <a:lnTo>
                    <a:pt x="878" y="203"/>
                  </a:lnTo>
                  <a:cubicBezTo>
                    <a:pt x="654" y="203"/>
                    <a:pt x="447" y="271"/>
                    <a:pt x="274" y="387"/>
                  </a:cubicBezTo>
                </a:path>
              </a:pathLst>
            </a:custGeom>
            <a:solidFill>
              <a:srgbClr val="35A8E0"/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</a:endParaRPr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872C5581-1729-4EE5-9164-59570796C5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8455" y="2375676"/>
              <a:ext cx="1982988" cy="3762738"/>
            </a:xfrm>
            <a:custGeom>
              <a:avLst/>
              <a:gdLst>
                <a:gd name="T0" fmla="*/ 973 w 1593"/>
                <a:gd name="T1" fmla="*/ 2650 h 3022"/>
                <a:gd name="T2" fmla="*/ 973 w 1593"/>
                <a:gd name="T3" fmla="*/ 2650 h 3022"/>
                <a:gd name="T4" fmla="*/ 1592 w 1593"/>
                <a:gd name="T5" fmla="*/ 1671 h 3022"/>
                <a:gd name="T6" fmla="*/ 1592 w 1593"/>
                <a:gd name="T7" fmla="*/ 1671 h 3022"/>
                <a:gd name="T8" fmla="*/ 508 w 1593"/>
                <a:gd name="T9" fmla="*/ 587 h 3022"/>
                <a:gd name="T10" fmla="*/ 508 w 1593"/>
                <a:gd name="T11" fmla="*/ 587 h 3022"/>
                <a:gd name="T12" fmla="*/ 320 w 1593"/>
                <a:gd name="T13" fmla="*/ 603 h 3022"/>
                <a:gd name="T14" fmla="*/ 320 w 1593"/>
                <a:gd name="T15" fmla="*/ 603 h 3022"/>
                <a:gd name="T16" fmla="*/ 0 w 1593"/>
                <a:gd name="T17" fmla="*/ 0 h 3022"/>
                <a:gd name="T18" fmla="*/ 0 w 1593"/>
                <a:gd name="T19" fmla="*/ 3021 h 3022"/>
                <a:gd name="T20" fmla="*/ 0 w 1593"/>
                <a:gd name="T21" fmla="*/ 3021 h 3022"/>
                <a:gd name="T22" fmla="*/ 973 w 1593"/>
                <a:gd name="T23" fmla="*/ 2650 h 3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93" h="3022">
                  <a:moveTo>
                    <a:pt x="973" y="2650"/>
                  </a:moveTo>
                  <a:lnTo>
                    <a:pt x="973" y="2650"/>
                  </a:lnTo>
                  <a:cubicBezTo>
                    <a:pt x="1339" y="2476"/>
                    <a:pt x="1592" y="2103"/>
                    <a:pt x="1592" y="1671"/>
                  </a:cubicBezTo>
                  <a:lnTo>
                    <a:pt x="1592" y="1671"/>
                  </a:lnTo>
                  <a:cubicBezTo>
                    <a:pt x="1592" y="1072"/>
                    <a:pt x="1107" y="587"/>
                    <a:pt x="508" y="587"/>
                  </a:cubicBezTo>
                  <a:lnTo>
                    <a:pt x="508" y="587"/>
                  </a:lnTo>
                  <a:cubicBezTo>
                    <a:pt x="444" y="587"/>
                    <a:pt x="381" y="592"/>
                    <a:pt x="320" y="603"/>
                  </a:cubicBezTo>
                  <a:lnTo>
                    <a:pt x="320" y="603"/>
                  </a:lnTo>
                  <a:cubicBezTo>
                    <a:pt x="280" y="368"/>
                    <a:pt x="165" y="158"/>
                    <a:pt x="0" y="0"/>
                  </a:cubicBezTo>
                  <a:lnTo>
                    <a:pt x="0" y="3021"/>
                  </a:lnTo>
                  <a:lnTo>
                    <a:pt x="0" y="3021"/>
                  </a:lnTo>
                  <a:cubicBezTo>
                    <a:pt x="411" y="2919"/>
                    <a:pt x="745" y="2793"/>
                    <a:pt x="973" y="2650"/>
                  </a:cubicBezTo>
                </a:path>
              </a:pathLst>
            </a:custGeom>
            <a:solidFill>
              <a:srgbClr val="35A8E0">
                <a:lumMod val="20000"/>
                <a:lumOff val="80000"/>
              </a:srgb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</a:endParaRPr>
            </a:p>
          </p:txBody>
        </p:sp>
      </p:grpSp>
      <p:sp>
        <p:nvSpPr>
          <p:cNvPr id="17" name="Freeform 362">
            <a:extLst>
              <a:ext uri="{FF2B5EF4-FFF2-40B4-BE49-F238E27FC236}">
                <a16:creationId xmlns:a16="http://schemas.microsoft.com/office/drawing/2014/main" id="{ABC97608-49D0-48E1-A821-94E119260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1636" y="2423773"/>
            <a:ext cx="1433686" cy="1384247"/>
          </a:xfrm>
          <a:custGeom>
            <a:avLst/>
            <a:gdLst>
              <a:gd name="T0" fmla="*/ 2300 w 2301"/>
              <a:gd name="T1" fmla="*/ 0 h 2222"/>
              <a:gd name="T2" fmla="*/ 0 w 2301"/>
              <a:gd name="T3" fmla="*/ 0 h 2222"/>
              <a:gd name="T4" fmla="*/ 0 w 2301"/>
              <a:gd name="T5" fmla="*/ 2221 h 2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1" h="2222">
                <a:moveTo>
                  <a:pt x="2300" y="0"/>
                </a:moveTo>
                <a:lnTo>
                  <a:pt x="0" y="0"/>
                </a:lnTo>
                <a:lnTo>
                  <a:pt x="0" y="2221"/>
                </a:lnTo>
              </a:path>
            </a:pathLst>
          </a:custGeom>
          <a:noFill/>
          <a:ln w="254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8" name="Freeform 363">
            <a:extLst>
              <a:ext uri="{FF2B5EF4-FFF2-40B4-BE49-F238E27FC236}">
                <a16:creationId xmlns:a16="http://schemas.microsoft.com/office/drawing/2014/main" id="{B5323204-38E7-45C5-9AC5-A2C3EFA0CD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6492" y="3808021"/>
            <a:ext cx="175777" cy="175777"/>
          </a:xfrm>
          <a:custGeom>
            <a:avLst/>
            <a:gdLst>
              <a:gd name="T0" fmla="*/ 282 w 283"/>
              <a:gd name="T1" fmla="*/ 141 h 283"/>
              <a:gd name="T2" fmla="*/ 282 w 283"/>
              <a:gd name="T3" fmla="*/ 141 h 283"/>
              <a:gd name="T4" fmla="*/ 141 w 283"/>
              <a:gd name="T5" fmla="*/ 282 h 283"/>
              <a:gd name="T6" fmla="*/ 141 w 283"/>
              <a:gd name="T7" fmla="*/ 282 h 283"/>
              <a:gd name="T8" fmla="*/ 0 w 283"/>
              <a:gd name="T9" fmla="*/ 141 h 283"/>
              <a:gd name="T10" fmla="*/ 0 w 283"/>
              <a:gd name="T11" fmla="*/ 141 h 283"/>
              <a:gd name="T12" fmla="*/ 141 w 283"/>
              <a:gd name="T13" fmla="*/ 0 h 283"/>
              <a:gd name="T14" fmla="*/ 141 w 283"/>
              <a:gd name="T15" fmla="*/ 0 h 283"/>
              <a:gd name="T16" fmla="*/ 282 w 283"/>
              <a:gd name="T17" fmla="*/ 141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3" h="283">
                <a:moveTo>
                  <a:pt x="282" y="141"/>
                </a:moveTo>
                <a:lnTo>
                  <a:pt x="282" y="141"/>
                </a:lnTo>
                <a:cubicBezTo>
                  <a:pt x="282" y="219"/>
                  <a:pt x="219" y="282"/>
                  <a:pt x="141" y="282"/>
                </a:cubicBezTo>
                <a:lnTo>
                  <a:pt x="141" y="282"/>
                </a:lnTo>
                <a:cubicBezTo>
                  <a:pt x="63" y="282"/>
                  <a:pt x="0" y="219"/>
                  <a:pt x="0" y="141"/>
                </a:cubicBezTo>
                <a:lnTo>
                  <a:pt x="0" y="141"/>
                </a:lnTo>
                <a:cubicBezTo>
                  <a:pt x="0" y="63"/>
                  <a:pt x="63" y="0"/>
                  <a:pt x="141" y="0"/>
                </a:cubicBezTo>
                <a:lnTo>
                  <a:pt x="141" y="0"/>
                </a:lnTo>
                <a:cubicBezTo>
                  <a:pt x="219" y="0"/>
                  <a:pt x="282" y="63"/>
                  <a:pt x="282" y="141"/>
                </a:cubicBezTo>
              </a:path>
            </a:pathLst>
          </a:custGeom>
          <a:noFill/>
          <a:ln w="254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9" name="Freeform 364">
            <a:extLst>
              <a:ext uri="{FF2B5EF4-FFF2-40B4-BE49-F238E27FC236}">
                <a16:creationId xmlns:a16="http://schemas.microsoft.com/office/drawing/2014/main" id="{3BD5947D-F195-4859-A252-958D9F81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38652" y="2423773"/>
            <a:ext cx="1433686" cy="1384247"/>
          </a:xfrm>
          <a:custGeom>
            <a:avLst/>
            <a:gdLst>
              <a:gd name="T0" fmla="*/ 0 w 2301"/>
              <a:gd name="T1" fmla="*/ 0 h 2222"/>
              <a:gd name="T2" fmla="*/ 2300 w 2301"/>
              <a:gd name="T3" fmla="*/ 0 h 2222"/>
              <a:gd name="T4" fmla="*/ 2300 w 2301"/>
              <a:gd name="T5" fmla="*/ 2221 h 2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01" h="2222">
                <a:moveTo>
                  <a:pt x="0" y="0"/>
                </a:moveTo>
                <a:lnTo>
                  <a:pt x="2300" y="0"/>
                </a:lnTo>
                <a:lnTo>
                  <a:pt x="2300" y="2221"/>
                </a:lnTo>
              </a:path>
            </a:pathLst>
          </a:custGeom>
          <a:noFill/>
          <a:ln w="254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0" name="Freeform 365">
            <a:extLst>
              <a:ext uri="{FF2B5EF4-FFF2-40B4-BE49-F238E27FC236}">
                <a16:creationId xmlns:a16="http://schemas.microsoft.com/office/drawing/2014/main" id="{81DBDEAB-D298-4136-BC8C-319360C00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8955" y="3808021"/>
            <a:ext cx="175777" cy="175777"/>
          </a:xfrm>
          <a:custGeom>
            <a:avLst/>
            <a:gdLst>
              <a:gd name="T0" fmla="*/ 0 w 283"/>
              <a:gd name="T1" fmla="*/ 141 h 283"/>
              <a:gd name="T2" fmla="*/ 0 w 283"/>
              <a:gd name="T3" fmla="*/ 141 h 283"/>
              <a:gd name="T4" fmla="*/ 142 w 283"/>
              <a:gd name="T5" fmla="*/ 282 h 283"/>
              <a:gd name="T6" fmla="*/ 142 w 283"/>
              <a:gd name="T7" fmla="*/ 282 h 283"/>
              <a:gd name="T8" fmla="*/ 282 w 283"/>
              <a:gd name="T9" fmla="*/ 141 h 283"/>
              <a:gd name="T10" fmla="*/ 282 w 283"/>
              <a:gd name="T11" fmla="*/ 141 h 283"/>
              <a:gd name="T12" fmla="*/ 142 w 283"/>
              <a:gd name="T13" fmla="*/ 0 h 283"/>
              <a:gd name="T14" fmla="*/ 142 w 283"/>
              <a:gd name="T15" fmla="*/ 0 h 283"/>
              <a:gd name="T16" fmla="*/ 0 w 283"/>
              <a:gd name="T17" fmla="*/ 141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3" h="283">
                <a:moveTo>
                  <a:pt x="0" y="141"/>
                </a:moveTo>
                <a:lnTo>
                  <a:pt x="0" y="141"/>
                </a:lnTo>
                <a:cubicBezTo>
                  <a:pt x="0" y="219"/>
                  <a:pt x="64" y="282"/>
                  <a:pt x="142" y="282"/>
                </a:cubicBezTo>
                <a:lnTo>
                  <a:pt x="142" y="282"/>
                </a:lnTo>
                <a:cubicBezTo>
                  <a:pt x="219" y="282"/>
                  <a:pt x="282" y="219"/>
                  <a:pt x="282" y="141"/>
                </a:cubicBezTo>
                <a:lnTo>
                  <a:pt x="282" y="141"/>
                </a:lnTo>
                <a:cubicBezTo>
                  <a:pt x="282" y="63"/>
                  <a:pt x="219" y="0"/>
                  <a:pt x="142" y="0"/>
                </a:cubicBezTo>
                <a:lnTo>
                  <a:pt x="142" y="0"/>
                </a:lnTo>
                <a:cubicBezTo>
                  <a:pt x="64" y="0"/>
                  <a:pt x="0" y="63"/>
                  <a:pt x="0" y="141"/>
                </a:cubicBezTo>
              </a:path>
            </a:pathLst>
          </a:custGeom>
          <a:noFill/>
          <a:ln w="254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1" name="Freeform 366">
            <a:extLst>
              <a:ext uri="{FF2B5EF4-FFF2-40B4-BE49-F238E27FC236}">
                <a16:creationId xmlns:a16="http://schemas.microsoft.com/office/drawing/2014/main" id="{03142D74-5CFC-439F-8DF9-8435CD3F87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0752" y="4187042"/>
            <a:ext cx="175777" cy="175777"/>
          </a:xfrm>
          <a:custGeom>
            <a:avLst/>
            <a:gdLst>
              <a:gd name="T0" fmla="*/ 281 w 282"/>
              <a:gd name="T1" fmla="*/ 140 h 283"/>
              <a:gd name="T2" fmla="*/ 281 w 282"/>
              <a:gd name="T3" fmla="*/ 140 h 283"/>
              <a:gd name="T4" fmla="*/ 140 w 282"/>
              <a:gd name="T5" fmla="*/ 282 h 283"/>
              <a:gd name="T6" fmla="*/ 140 w 282"/>
              <a:gd name="T7" fmla="*/ 282 h 283"/>
              <a:gd name="T8" fmla="*/ 0 w 282"/>
              <a:gd name="T9" fmla="*/ 140 h 283"/>
              <a:gd name="T10" fmla="*/ 0 w 282"/>
              <a:gd name="T11" fmla="*/ 140 h 283"/>
              <a:gd name="T12" fmla="*/ 140 w 282"/>
              <a:gd name="T13" fmla="*/ 0 h 283"/>
              <a:gd name="T14" fmla="*/ 140 w 282"/>
              <a:gd name="T15" fmla="*/ 0 h 283"/>
              <a:gd name="T16" fmla="*/ 281 w 282"/>
              <a:gd name="T17" fmla="*/ 14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2" h="283">
                <a:moveTo>
                  <a:pt x="281" y="140"/>
                </a:moveTo>
                <a:lnTo>
                  <a:pt x="281" y="140"/>
                </a:lnTo>
                <a:cubicBezTo>
                  <a:pt x="281" y="219"/>
                  <a:pt x="218" y="282"/>
                  <a:pt x="140" y="282"/>
                </a:cubicBezTo>
                <a:lnTo>
                  <a:pt x="140" y="282"/>
                </a:lnTo>
                <a:cubicBezTo>
                  <a:pt x="63" y="282"/>
                  <a:pt x="0" y="219"/>
                  <a:pt x="0" y="140"/>
                </a:cubicBezTo>
                <a:lnTo>
                  <a:pt x="0" y="140"/>
                </a:lnTo>
                <a:cubicBezTo>
                  <a:pt x="0" y="63"/>
                  <a:pt x="63" y="0"/>
                  <a:pt x="140" y="0"/>
                </a:cubicBezTo>
                <a:lnTo>
                  <a:pt x="140" y="0"/>
                </a:lnTo>
                <a:cubicBezTo>
                  <a:pt x="218" y="0"/>
                  <a:pt x="281" y="63"/>
                  <a:pt x="281" y="140"/>
                </a:cubicBezTo>
              </a:path>
            </a:pathLst>
          </a:custGeom>
          <a:noFill/>
          <a:ln w="254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2" name="Freeform 367">
            <a:extLst>
              <a:ext uri="{FF2B5EF4-FFF2-40B4-BE49-F238E27FC236}">
                <a16:creationId xmlns:a16="http://schemas.microsoft.com/office/drawing/2014/main" id="{940CA4D8-8FB5-4565-A6BE-1E98BD89C8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8641" y="3604779"/>
            <a:ext cx="801985" cy="579518"/>
          </a:xfrm>
          <a:custGeom>
            <a:avLst/>
            <a:gdLst>
              <a:gd name="T0" fmla="*/ 1285 w 1286"/>
              <a:gd name="T1" fmla="*/ 0 h 932"/>
              <a:gd name="T2" fmla="*/ 1285 w 1286"/>
              <a:gd name="T3" fmla="*/ 695 h 932"/>
              <a:gd name="T4" fmla="*/ 0 w 1286"/>
              <a:gd name="T5" fmla="*/ 695 h 932"/>
              <a:gd name="T6" fmla="*/ 0 w 1286"/>
              <a:gd name="T7" fmla="*/ 931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6" h="932">
                <a:moveTo>
                  <a:pt x="1285" y="0"/>
                </a:moveTo>
                <a:lnTo>
                  <a:pt x="1285" y="695"/>
                </a:lnTo>
                <a:lnTo>
                  <a:pt x="0" y="695"/>
                </a:lnTo>
                <a:lnTo>
                  <a:pt x="0" y="931"/>
                </a:lnTo>
              </a:path>
            </a:pathLst>
          </a:custGeom>
          <a:noFill/>
          <a:ln w="254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3" name="Freeform 368">
            <a:extLst>
              <a:ext uri="{FF2B5EF4-FFF2-40B4-BE49-F238E27FC236}">
                <a16:creationId xmlns:a16="http://schemas.microsoft.com/office/drawing/2014/main" id="{3F55AB8B-6213-476A-AC10-3802AD59E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229" y="4187042"/>
            <a:ext cx="175777" cy="175777"/>
          </a:xfrm>
          <a:custGeom>
            <a:avLst/>
            <a:gdLst>
              <a:gd name="T0" fmla="*/ 0 w 283"/>
              <a:gd name="T1" fmla="*/ 140 h 283"/>
              <a:gd name="T2" fmla="*/ 0 w 283"/>
              <a:gd name="T3" fmla="*/ 140 h 283"/>
              <a:gd name="T4" fmla="*/ 142 w 283"/>
              <a:gd name="T5" fmla="*/ 282 h 283"/>
              <a:gd name="T6" fmla="*/ 142 w 283"/>
              <a:gd name="T7" fmla="*/ 282 h 283"/>
              <a:gd name="T8" fmla="*/ 282 w 283"/>
              <a:gd name="T9" fmla="*/ 140 h 283"/>
              <a:gd name="T10" fmla="*/ 282 w 283"/>
              <a:gd name="T11" fmla="*/ 140 h 283"/>
              <a:gd name="T12" fmla="*/ 142 w 283"/>
              <a:gd name="T13" fmla="*/ 0 h 283"/>
              <a:gd name="T14" fmla="*/ 142 w 283"/>
              <a:gd name="T15" fmla="*/ 0 h 283"/>
              <a:gd name="T16" fmla="*/ 0 w 283"/>
              <a:gd name="T17" fmla="*/ 14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3" h="283">
                <a:moveTo>
                  <a:pt x="0" y="140"/>
                </a:moveTo>
                <a:lnTo>
                  <a:pt x="0" y="140"/>
                </a:lnTo>
                <a:cubicBezTo>
                  <a:pt x="0" y="219"/>
                  <a:pt x="63" y="282"/>
                  <a:pt x="142" y="282"/>
                </a:cubicBezTo>
                <a:lnTo>
                  <a:pt x="142" y="282"/>
                </a:lnTo>
                <a:cubicBezTo>
                  <a:pt x="219" y="282"/>
                  <a:pt x="282" y="219"/>
                  <a:pt x="282" y="140"/>
                </a:cubicBezTo>
                <a:lnTo>
                  <a:pt x="282" y="140"/>
                </a:lnTo>
                <a:cubicBezTo>
                  <a:pt x="282" y="63"/>
                  <a:pt x="219" y="0"/>
                  <a:pt x="142" y="0"/>
                </a:cubicBezTo>
                <a:lnTo>
                  <a:pt x="142" y="0"/>
                </a:lnTo>
                <a:cubicBezTo>
                  <a:pt x="63" y="0"/>
                  <a:pt x="0" y="63"/>
                  <a:pt x="0" y="140"/>
                </a:cubicBezTo>
              </a:path>
            </a:pathLst>
          </a:custGeom>
          <a:noFill/>
          <a:ln w="254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4" name="Freeform 369">
            <a:extLst>
              <a:ext uri="{FF2B5EF4-FFF2-40B4-BE49-F238E27FC236}">
                <a16:creationId xmlns:a16="http://schemas.microsoft.com/office/drawing/2014/main" id="{A0B2F6C4-A86B-445F-9753-82C43A52D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5879" y="3604779"/>
            <a:ext cx="801985" cy="579518"/>
          </a:xfrm>
          <a:custGeom>
            <a:avLst/>
            <a:gdLst>
              <a:gd name="T0" fmla="*/ 0 w 1286"/>
              <a:gd name="T1" fmla="*/ 0 h 932"/>
              <a:gd name="T2" fmla="*/ 0 w 1286"/>
              <a:gd name="T3" fmla="*/ 695 h 932"/>
              <a:gd name="T4" fmla="*/ 1285 w 1286"/>
              <a:gd name="T5" fmla="*/ 695 h 932"/>
              <a:gd name="T6" fmla="*/ 1285 w 1286"/>
              <a:gd name="T7" fmla="*/ 931 h 9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286" h="932">
                <a:moveTo>
                  <a:pt x="0" y="0"/>
                </a:moveTo>
                <a:lnTo>
                  <a:pt x="0" y="695"/>
                </a:lnTo>
                <a:lnTo>
                  <a:pt x="1285" y="695"/>
                </a:lnTo>
                <a:lnTo>
                  <a:pt x="1285" y="931"/>
                </a:lnTo>
              </a:path>
            </a:pathLst>
          </a:custGeom>
          <a:noFill/>
          <a:ln w="254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5" name="Freeform 370">
            <a:extLst>
              <a:ext uri="{FF2B5EF4-FFF2-40B4-BE49-F238E27FC236}">
                <a16:creationId xmlns:a16="http://schemas.microsoft.com/office/drawing/2014/main" id="{876FD46F-25BF-47F1-897D-24C04E1DD9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4589" y="4187042"/>
            <a:ext cx="175777" cy="175777"/>
          </a:xfrm>
          <a:custGeom>
            <a:avLst/>
            <a:gdLst>
              <a:gd name="T0" fmla="*/ 0 w 281"/>
              <a:gd name="T1" fmla="*/ 140 h 283"/>
              <a:gd name="T2" fmla="*/ 0 w 281"/>
              <a:gd name="T3" fmla="*/ 140 h 283"/>
              <a:gd name="T4" fmla="*/ 139 w 281"/>
              <a:gd name="T5" fmla="*/ 282 h 283"/>
              <a:gd name="T6" fmla="*/ 139 w 281"/>
              <a:gd name="T7" fmla="*/ 282 h 283"/>
              <a:gd name="T8" fmla="*/ 280 w 281"/>
              <a:gd name="T9" fmla="*/ 140 h 283"/>
              <a:gd name="T10" fmla="*/ 280 w 281"/>
              <a:gd name="T11" fmla="*/ 140 h 283"/>
              <a:gd name="T12" fmla="*/ 139 w 281"/>
              <a:gd name="T13" fmla="*/ 0 h 283"/>
              <a:gd name="T14" fmla="*/ 139 w 281"/>
              <a:gd name="T15" fmla="*/ 0 h 283"/>
              <a:gd name="T16" fmla="*/ 0 w 281"/>
              <a:gd name="T17" fmla="*/ 140 h 2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81" h="283">
                <a:moveTo>
                  <a:pt x="0" y="140"/>
                </a:moveTo>
                <a:lnTo>
                  <a:pt x="0" y="140"/>
                </a:lnTo>
                <a:cubicBezTo>
                  <a:pt x="0" y="219"/>
                  <a:pt x="63" y="282"/>
                  <a:pt x="139" y="282"/>
                </a:cubicBezTo>
                <a:lnTo>
                  <a:pt x="139" y="282"/>
                </a:lnTo>
                <a:cubicBezTo>
                  <a:pt x="217" y="282"/>
                  <a:pt x="280" y="219"/>
                  <a:pt x="280" y="140"/>
                </a:cubicBezTo>
                <a:lnTo>
                  <a:pt x="280" y="140"/>
                </a:lnTo>
                <a:cubicBezTo>
                  <a:pt x="280" y="63"/>
                  <a:pt x="217" y="0"/>
                  <a:pt x="139" y="0"/>
                </a:cubicBezTo>
                <a:lnTo>
                  <a:pt x="139" y="0"/>
                </a:lnTo>
                <a:cubicBezTo>
                  <a:pt x="63" y="0"/>
                  <a:pt x="0" y="63"/>
                  <a:pt x="0" y="140"/>
                </a:cubicBezTo>
              </a:path>
            </a:pathLst>
          </a:custGeom>
          <a:noFill/>
          <a:ln w="25400" cap="flat">
            <a:solidFill>
              <a:srgbClr val="F094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6" name="Line 371">
            <a:extLst>
              <a:ext uri="{FF2B5EF4-FFF2-40B4-BE49-F238E27FC236}">
                <a16:creationId xmlns:a16="http://schemas.microsoft.com/office/drawing/2014/main" id="{89365C59-DCF7-40C8-AF8F-5AE0D8853AC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9733" y="3604779"/>
            <a:ext cx="0" cy="579518"/>
          </a:xfrm>
          <a:prstGeom prst="line">
            <a:avLst/>
          </a:prstGeom>
          <a:noFill/>
          <a:ln w="254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7" name="TextBox 3">
            <a:extLst>
              <a:ext uri="{FF2B5EF4-FFF2-40B4-BE49-F238E27FC236}">
                <a16:creationId xmlns:a16="http://schemas.microsoft.com/office/drawing/2014/main" id="{69D92252-538B-47B2-908E-399C724A2A91}"/>
              </a:ext>
            </a:extLst>
          </p:cNvPr>
          <p:cNvSpPr txBox="1"/>
          <p:nvPr/>
        </p:nvSpPr>
        <p:spPr>
          <a:xfrm>
            <a:off x="4658420" y="1474385"/>
            <a:ext cx="2746374" cy="590675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>
              <a:lnSpc>
                <a:spcPts val="3750"/>
              </a:lnSpc>
            </a:pPr>
            <a:r>
              <a:rPr lang="en-US" sz="3700" b="1" spc="-145" dirty="0">
                <a:solidFill>
                  <a:srgbClr val="FFFFFF"/>
                </a:solidFill>
                <a:latin typeface="Poppins" pitchFamily="2" charset="77"/>
                <a:cs typeface="Poppins" pitchFamily="2" charset="77"/>
              </a:rPr>
              <a:t>SQL Server</a:t>
            </a:r>
          </a:p>
        </p:txBody>
      </p:sp>
      <p:sp>
        <p:nvSpPr>
          <p:cNvPr id="28" name="TextBox 4">
            <a:extLst>
              <a:ext uri="{FF2B5EF4-FFF2-40B4-BE49-F238E27FC236}">
                <a16:creationId xmlns:a16="http://schemas.microsoft.com/office/drawing/2014/main" id="{FFE9907B-5A5B-4584-A44C-3570FD2872C4}"/>
              </a:ext>
            </a:extLst>
          </p:cNvPr>
          <p:cNvSpPr txBox="1"/>
          <p:nvPr/>
        </p:nvSpPr>
        <p:spPr>
          <a:xfrm>
            <a:off x="3812423" y="2220035"/>
            <a:ext cx="4567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pc="-60" dirty="0">
                <a:latin typeface="Poppins" pitchFamily="2" charset="77"/>
                <a:cs typeface="Poppins" pitchFamily="2" charset="77"/>
              </a:rPr>
              <a:t> It is a database server  by Microsoft that implements the Structured Query Language (SQL)</a:t>
            </a:r>
          </a:p>
        </p:txBody>
      </p:sp>
      <p:sp>
        <p:nvSpPr>
          <p:cNvPr id="29" name="TextBox 7">
            <a:extLst>
              <a:ext uri="{FF2B5EF4-FFF2-40B4-BE49-F238E27FC236}">
                <a16:creationId xmlns:a16="http://schemas.microsoft.com/office/drawing/2014/main" id="{608C5F3C-43E3-4336-AA10-14072FA85EE5}"/>
              </a:ext>
            </a:extLst>
          </p:cNvPr>
          <p:cNvSpPr txBox="1"/>
          <p:nvPr/>
        </p:nvSpPr>
        <p:spPr>
          <a:xfrm>
            <a:off x="811051" y="4271471"/>
            <a:ext cx="2475175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 dirty="0">
                <a:solidFill>
                  <a:srgbClr val="F09400"/>
                </a:solidFill>
                <a:latin typeface="Poppins" pitchFamily="2" charset="77"/>
                <a:cs typeface="Poppins" pitchFamily="2" charset="77"/>
              </a:rPr>
              <a:t>High Performance</a:t>
            </a: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561678E4-162F-48A4-A6A2-9D2DF3F0144C}"/>
              </a:ext>
            </a:extLst>
          </p:cNvPr>
          <p:cNvSpPr txBox="1"/>
          <p:nvPr/>
        </p:nvSpPr>
        <p:spPr>
          <a:xfrm>
            <a:off x="304626" y="4646283"/>
            <a:ext cx="30148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SQL provide high performance programming capability for highly transactional, heavy workload and high usage database system</a:t>
            </a:r>
          </a:p>
        </p:txBody>
      </p:sp>
      <p:sp>
        <p:nvSpPr>
          <p:cNvPr id="31" name="TextBox 9">
            <a:extLst>
              <a:ext uri="{FF2B5EF4-FFF2-40B4-BE49-F238E27FC236}">
                <a16:creationId xmlns:a16="http://schemas.microsoft.com/office/drawing/2014/main" id="{10EDA763-FA1D-4BB1-A4FD-28E16C93761D}"/>
              </a:ext>
            </a:extLst>
          </p:cNvPr>
          <p:cNvSpPr txBox="1"/>
          <p:nvPr/>
        </p:nvSpPr>
        <p:spPr>
          <a:xfrm>
            <a:off x="3181548" y="4656404"/>
            <a:ext cx="2056944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 dirty="0">
                <a:solidFill>
                  <a:srgbClr val="B9CE10"/>
                </a:solidFill>
                <a:latin typeface="Poppins" pitchFamily="2" charset="77"/>
                <a:cs typeface="Poppins" pitchFamily="2" charset="77"/>
              </a:rPr>
              <a:t>High Availability</a:t>
            </a:r>
          </a:p>
        </p:txBody>
      </p:sp>
      <p:sp>
        <p:nvSpPr>
          <p:cNvPr id="32" name="TextBox 10">
            <a:extLst>
              <a:ext uri="{FF2B5EF4-FFF2-40B4-BE49-F238E27FC236}">
                <a16:creationId xmlns:a16="http://schemas.microsoft.com/office/drawing/2014/main" id="{06967629-EA0B-41CF-9E22-B9C8441776B4}"/>
              </a:ext>
            </a:extLst>
          </p:cNvPr>
          <p:cNvSpPr txBox="1"/>
          <p:nvPr/>
        </p:nvSpPr>
        <p:spPr>
          <a:xfrm>
            <a:off x="3068056" y="5043784"/>
            <a:ext cx="217043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</a:rPr>
              <a:t> it is easy to create an application extension for procedural programming and various other functions which is additional features thus converting SQL into a powerful tool</a:t>
            </a:r>
          </a:p>
        </p:txBody>
      </p:sp>
      <p:sp>
        <p:nvSpPr>
          <p:cNvPr id="33" name="TextBox 11">
            <a:extLst>
              <a:ext uri="{FF2B5EF4-FFF2-40B4-BE49-F238E27FC236}">
                <a16:creationId xmlns:a16="http://schemas.microsoft.com/office/drawing/2014/main" id="{E2825D0E-DB8B-4CE7-BD53-C76A35C6D04C}"/>
              </a:ext>
            </a:extLst>
          </p:cNvPr>
          <p:cNvSpPr txBox="1"/>
          <p:nvPr/>
        </p:nvSpPr>
        <p:spPr>
          <a:xfrm>
            <a:off x="5007703" y="4534176"/>
            <a:ext cx="2558287" cy="61555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 dirty="0">
                <a:solidFill>
                  <a:srgbClr val="94C11E"/>
                </a:solidFill>
                <a:latin typeface="Poppins" pitchFamily="2" charset="77"/>
                <a:cs typeface="Poppins" pitchFamily="2" charset="77"/>
              </a:rPr>
              <a:t>Scalability and Flexibility</a:t>
            </a:r>
          </a:p>
        </p:txBody>
      </p:sp>
      <p:sp>
        <p:nvSpPr>
          <p:cNvPr id="34" name="TextBox 12">
            <a:extLst>
              <a:ext uri="{FF2B5EF4-FFF2-40B4-BE49-F238E27FC236}">
                <a16:creationId xmlns:a16="http://schemas.microsoft.com/office/drawing/2014/main" id="{6444F554-6FC8-4EEF-8535-22CA55AFE09C}"/>
              </a:ext>
            </a:extLst>
          </p:cNvPr>
          <p:cNvSpPr txBox="1"/>
          <p:nvPr/>
        </p:nvSpPr>
        <p:spPr>
          <a:xfrm>
            <a:off x="5258373" y="5218184"/>
            <a:ext cx="2056945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FFFF"/>
                </a:solidFill>
                <a:latin typeface="Lato Light" panose="020F0502020204030203" pitchFamily="34" charset="0"/>
              </a:rPr>
              <a:t>SQL provide Scalability and Flexibility. It is very easy to create new tables and previously created or not used tables can be dropped or deleted in a database</a:t>
            </a:r>
          </a:p>
        </p:txBody>
      </p:sp>
      <p:sp>
        <p:nvSpPr>
          <p:cNvPr id="35" name="TextBox 13">
            <a:extLst>
              <a:ext uri="{FF2B5EF4-FFF2-40B4-BE49-F238E27FC236}">
                <a16:creationId xmlns:a16="http://schemas.microsoft.com/office/drawing/2014/main" id="{26154123-9136-4382-BDDF-D30706EEE064}"/>
              </a:ext>
            </a:extLst>
          </p:cNvPr>
          <p:cNvSpPr txBox="1"/>
          <p:nvPr/>
        </p:nvSpPr>
        <p:spPr>
          <a:xfrm>
            <a:off x="9324004" y="4269622"/>
            <a:ext cx="2056944" cy="35394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 dirty="0">
                <a:solidFill>
                  <a:schemeClr val="accent4"/>
                </a:solidFill>
                <a:latin typeface="Poppins" pitchFamily="2" charset="77"/>
                <a:cs typeface="Poppins" pitchFamily="2" charset="77"/>
              </a:rPr>
              <a:t>High Security</a:t>
            </a:r>
          </a:p>
        </p:txBody>
      </p:sp>
      <p:sp>
        <p:nvSpPr>
          <p:cNvPr id="36" name="TextBox 14">
            <a:extLst>
              <a:ext uri="{FF2B5EF4-FFF2-40B4-BE49-F238E27FC236}">
                <a16:creationId xmlns:a16="http://schemas.microsoft.com/office/drawing/2014/main" id="{DB5D8D4C-A434-4189-97F6-C9A2A69834A4}"/>
              </a:ext>
            </a:extLst>
          </p:cNvPr>
          <p:cNvSpPr txBox="1"/>
          <p:nvPr/>
        </p:nvSpPr>
        <p:spPr>
          <a:xfrm>
            <a:off x="9420120" y="4614063"/>
            <a:ext cx="205694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It is very easy to provide permissions on tables, procedures, and views hence SQL give security to your data</a:t>
            </a:r>
          </a:p>
        </p:txBody>
      </p:sp>
      <p:sp>
        <p:nvSpPr>
          <p:cNvPr id="37" name="TextBox 15">
            <a:extLst>
              <a:ext uri="{FF2B5EF4-FFF2-40B4-BE49-F238E27FC236}">
                <a16:creationId xmlns:a16="http://schemas.microsoft.com/office/drawing/2014/main" id="{564E0B1D-5523-4C5D-AF77-7E840D0BD343}"/>
              </a:ext>
            </a:extLst>
          </p:cNvPr>
          <p:cNvSpPr txBox="1"/>
          <p:nvPr/>
        </p:nvSpPr>
        <p:spPr>
          <a:xfrm>
            <a:off x="6953877" y="4478506"/>
            <a:ext cx="2751205" cy="615553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algn="ctr"/>
            <a:r>
              <a:rPr lang="en-US" sz="1700" b="1" spc="-15" dirty="0">
                <a:solidFill>
                  <a:srgbClr val="35A8E0"/>
                </a:solidFill>
                <a:latin typeface="Poppins" pitchFamily="2" charset="77"/>
                <a:cs typeface="Poppins" pitchFamily="2" charset="77"/>
              </a:rPr>
              <a:t>Robust Transactional Support</a:t>
            </a:r>
          </a:p>
        </p:txBody>
      </p:sp>
      <p:sp>
        <p:nvSpPr>
          <p:cNvPr id="38" name="TextBox 16">
            <a:extLst>
              <a:ext uri="{FF2B5EF4-FFF2-40B4-BE49-F238E27FC236}">
                <a16:creationId xmlns:a16="http://schemas.microsoft.com/office/drawing/2014/main" id="{84F1918B-603A-44E7-AED7-DB06DB2002C0}"/>
              </a:ext>
            </a:extLst>
          </p:cNvPr>
          <p:cNvSpPr txBox="1"/>
          <p:nvPr/>
        </p:nvSpPr>
        <p:spPr>
          <a:xfrm>
            <a:off x="7330650" y="5079263"/>
            <a:ext cx="20569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  <a:latin typeface="Lato Light" panose="020F0502020204030203" pitchFamily="34" charset="0"/>
              </a:rPr>
              <a:t>With SQL programming can handle large records and manage numerous transactions</a:t>
            </a:r>
          </a:p>
        </p:txBody>
      </p:sp>
    </p:spTree>
    <p:extLst>
      <p:ext uri="{BB962C8B-B14F-4D97-AF65-F5344CB8AC3E}">
        <p14:creationId xmlns:p14="http://schemas.microsoft.com/office/powerpoint/2010/main" val="25721701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3">
            <a:extLst>
              <a:ext uri="{FF2B5EF4-FFF2-40B4-BE49-F238E27FC236}">
                <a16:creationId xmlns:a16="http://schemas.microsoft.com/office/drawing/2014/main" id="{C11C09C1-B2CC-46C9-9DC5-EC7B8BDC48CE}"/>
              </a:ext>
            </a:extLst>
          </p:cNvPr>
          <p:cNvGrpSpPr/>
          <p:nvPr/>
        </p:nvGrpSpPr>
        <p:grpSpPr>
          <a:xfrm>
            <a:off x="-77030" y="-15240"/>
            <a:ext cx="12346059" cy="7067523"/>
            <a:chOff x="-41765" y="-28368"/>
            <a:chExt cx="12346059" cy="7067523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627C9D87-9257-47F7-B94E-8D7FFD49FF73}"/>
                </a:ext>
              </a:extLst>
            </p:cNvPr>
            <p:cNvSpPr/>
            <p:nvPr/>
          </p:nvSpPr>
          <p:spPr>
            <a:xfrm>
              <a:off x="-41765" y="-28368"/>
              <a:ext cx="12343033" cy="7067523"/>
            </a:xfrm>
            <a:prstGeom prst="rect">
              <a:avLst/>
            </a:prstGeom>
            <a:gradFill flip="none" rotWithShape="1">
              <a:gsLst>
                <a:gs pos="0">
                  <a:srgbClr val="11182D">
                    <a:lumMod val="90000"/>
                    <a:lumOff val="10000"/>
                  </a:srgbClr>
                </a:gs>
                <a:gs pos="38000">
                  <a:srgbClr val="141B34"/>
                </a:gs>
                <a:gs pos="100000">
                  <a:srgbClr val="11182D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" name="Right Triangle 35">
              <a:extLst>
                <a:ext uri="{FF2B5EF4-FFF2-40B4-BE49-F238E27FC236}">
                  <a16:creationId xmlns:a16="http://schemas.microsoft.com/office/drawing/2014/main" id="{D58B6BA6-5AFF-4362-BC4D-1448D4D50936}"/>
                </a:ext>
              </a:extLst>
            </p:cNvPr>
            <p:cNvSpPr/>
            <p:nvPr/>
          </p:nvSpPr>
          <p:spPr>
            <a:xfrm rot="5400000">
              <a:off x="-147700" y="7999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5" name="Right Triangle 36">
              <a:extLst>
                <a:ext uri="{FF2B5EF4-FFF2-40B4-BE49-F238E27FC236}">
                  <a16:creationId xmlns:a16="http://schemas.microsoft.com/office/drawing/2014/main" id="{71F19480-CF65-4DD8-A9DB-664459C14F7D}"/>
                </a:ext>
              </a:extLst>
            </p:cNvPr>
            <p:cNvSpPr/>
            <p:nvPr/>
          </p:nvSpPr>
          <p:spPr>
            <a:xfrm rot="16200000">
              <a:off x="10207141" y="4929920"/>
              <a:ext cx="2205510" cy="1988796"/>
            </a:xfrm>
            <a:prstGeom prst="rtTriangle">
              <a:avLst/>
            </a:prstGeom>
            <a:solidFill>
              <a:srgbClr val="F0940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pic>
        <p:nvPicPr>
          <p:cNvPr id="7" name="Image 6">
            <a:extLst>
              <a:ext uri="{FF2B5EF4-FFF2-40B4-BE49-F238E27FC236}">
                <a16:creationId xmlns:a16="http://schemas.microsoft.com/office/drawing/2014/main" id="{567CC619-A2FE-4469-B85D-CE1B29D862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8359" y="939003"/>
            <a:ext cx="8803387" cy="5706351"/>
          </a:xfrm>
          <a:prstGeom prst="rect">
            <a:avLst/>
          </a:prstGeom>
        </p:spPr>
      </p:pic>
      <p:sp>
        <p:nvSpPr>
          <p:cNvPr id="9" name="TextBox 3">
            <a:extLst>
              <a:ext uri="{FF2B5EF4-FFF2-40B4-BE49-F238E27FC236}">
                <a16:creationId xmlns:a16="http://schemas.microsoft.com/office/drawing/2014/main" id="{BDDC6070-2484-41C6-9C4F-1139968AC2C3}"/>
              </a:ext>
            </a:extLst>
          </p:cNvPr>
          <p:cNvSpPr txBox="1"/>
          <p:nvPr/>
        </p:nvSpPr>
        <p:spPr>
          <a:xfrm>
            <a:off x="606631" y="0"/>
            <a:ext cx="10668000" cy="707886"/>
          </a:xfrm>
          <a:prstGeom prst="rect">
            <a:avLst/>
          </a:prstGeom>
          <a:noFill/>
        </p:spPr>
        <p:txBody>
          <a:bodyPr wrap="square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solidFill>
                    <a:srgbClr val="F09400"/>
                  </a:solidFill>
                </a:ln>
                <a:noFill/>
                <a:effectLst/>
                <a:uLnTx/>
                <a:uFillTx/>
                <a:latin typeface="Barlow" pitchFamily="2" charset="77"/>
                <a:ea typeface="+mn-ea"/>
                <a:cs typeface="+mn-cs"/>
              </a:rPr>
              <a:t>Database Comparison</a:t>
            </a:r>
          </a:p>
        </p:txBody>
      </p:sp>
      <p:sp>
        <p:nvSpPr>
          <p:cNvPr id="11" name="Freeform 60">
            <a:extLst>
              <a:ext uri="{FF2B5EF4-FFF2-40B4-BE49-F238E27FC236}">
                <a16:creationId xmlns:a16="http://schemas.microsoft.com/office/drawing/2014/main" id="{34C7BE43-A38D-4834-878C-F47991FE087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016443" y="2942830"/>
            <a:ext cx="2639411" cy="1334810"/>
          </a:xfrm>
          <a:custGeom>
            <a:avLst/>
            <a:gdLst>
              <a:gd name="T0" fmla="*/ 3631 w 4237"/>
              <a:gd name="T1" fmla="*/ 930 h 2141"/>
              <a:gd name="T2" fmla="*/ 3631 w 4237"/>
              <a:gd name="T3" fmla="*/ 930 h 2141"/>
              <a:gd name="T4" fmla="*/ 2701 w 4237"/>
              <a:gd name="T5" fmla="*/ 0 h 2141"/>
              <a:gd name="T6" fmla="*/ 2701 w 4237"/>
              <a:gd name="T7" fmla="*/ 0 h 2141"/>
              <a:gd name="T8" fmla="*/ 1986 w 4237"/>
              <a:gd name="T9" fmla="*/ 335 h 2141"/>
              <a:gd name="T10" fmla="*/ 1986 w 4237"/>
              <a:gd name="T11" fmla="*/ 335 h 2141"/>
              <a:gd name="T12" fmla="*/ 1671 w 4237"/>
              <a:gd name="T13" fmla="*/ 246 h 2141"/>
              <a:gd name="T14" fmla="*/ 1671 w 4237"/>
              <a:gd name="T15" fmla="*/ 246 h 2141"/>
              <a:gd name="T16" fmla="*/ 1075 w 4237"/>
              <a:gd name="T17" fmla="*/ 744 h 2141"/>
              <a:gd name="T18" fmla="*/ 1075 w 4237"/>
              <a:gd name="T19" fmla="*/ 744 h 2141"/>
              <a:gd name="T20" fmla="*/ 738 w 4237"/>
              <a:gd name="T21" fmla="*/ 663 h 2141"/>
              <a:gd name="T22" fmla="*/ 738 w 4237"/>
              <a:gd name="T23" fmla="*/ 663 h 2141"/>
              <a:gd name="T24" fmla="*/ 0 w 4237"/>
              <a:gd name="T25" fmla="*/ 1401 h 2141"/>
              <a:gd name="T26" fmla="*/ 0 w 4237"/>
              <a:gd name="T27" fmla="*/ 1401 h 2141"/>
              <a:gd name="T28" fmla="*/ 738 w 4237"/>
              <a:gd name="T29" fmla="*/ 2140 h 2141"/>
              <a:gd name="T30" fmla="*/ 3631 w 4237"/>
              <a:gd name="T31" fmla="*/ 2140 h 2141"/>
              <a:gd name="T32" fmla="*/ 3631 w 4237"/>
              <a:gd name="T33" fmla="*/ 2140 h 2141"/>
              <a:gd name="T34" fmla="*/ 4236 w 4237"/>
              <a:gd name="T35" fmla="*/ 1535 h 2141"/>
              <a:gd name="T36" fmla="*/ 4236 w 4237"/>
              <a:gd name="T37" fmla="*/ 1535 h 2141"/>
              <a:gd name="T38" fmla="*/ 3631 w 4237"/>
              <a:gd name="T39" fmla="*/ 930 h 2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237" h="2141">
                <a:moveTo>
                  <a:pt x="3631" y="930"/>
                </a:moveTo>
                <a:lnTo>
                  <a:pt x="3631" y="930"/>
                </a:lnTo>
                <a:cubicBezTo>
                  <a:pt x="3631" y="416"/>
                  <a:pt x="3215" y="0"/>
                  <a:pt x="2701" y="0"/>
                </a:cubicBezTo>
                <a:lnTo>
                  <a:pt x="2701" y="0"/>
                </a:lnTo>
                <a:cubicBezTo>
                  <a:pt x="2414" y="0"/>
                  <a:pt x="2157" y="130"/>
                  <a:pt x="1986" y="335"/>
                </a:cubicBezTo>
                <a:lnTo>
                  <a:pt x="1986" y="335"/>
                </a:lnTo>
                <a:cubicBezTo>
                  <a:pt x="1894" y="278"/>
                  <a:pt x="1786" y="246"/>
                  <a:pt x="1671" y="246"/>
                </a:cubicBezTo>
                <a:lnTo>
                  <a:pt x="1671" y="246"/>
                </a:lnTo>
                <a:cubicBezTo>
                  <a:pt x="1373" y="246"/>
                  <a:pt x="1126" y="461"/>
                  <a:pt x="1075" y="744"/>
                </a:cubicBezTo>
                <a:lnTo>
                  <a:pt x="1075" y="744"/>
                </a:lnTo>
                <a:cubicBezTo>
                  <a:pt x="974" y="692"/>
                  <a:pt x="859" y="663"/>
                  <a:pt x="738" y="663"/>
                </a:cubicBezTo>
                <a:lnTo>
                  <a:pt x="738" y="663"/>
                </a:lnTo>
                <a:cubicBezTo>
                  <a:pt x="330" y="663"/>
                  <a:pt x="0" y="993"/>
                  <a:pt x="0" y="1401"/>
                </a:cubicBezTo>
                <a:lnTo>
                  <a:pt x="0" y="1401"/>
                </a:lnTo>
                <a:cubicBezTo>
                  <a:pt x="0" y="1809"/>
                  <a:pt x="330" y="2140"/>
                  <a:pt x="738" y="2140"/>
                </a:cubicBezTo>
                <a:lnTo>
                  <a:pt x="3631" y="2140"/>
                </a:lnTo>
                <a:lnTo>
                  <a:pt x="3631" y="2140"/>
                </a:lnTo>
                <a:cubicBezTo>
                  <a:pt x="3965" y="2140"/>
                  <a:pt x="4236" y="1869"/>
                  <a:pt x="4236" y="1535"/>
                </a:cubicBezTo>
                <a:lnTo>
                  <a:pt x="4236" y="1535"/>
                </a:lnTo>
                <a:cubicBezTo>
                  <a:pt x="4236" y="1201"/>
                  <a:pt x="3965" y="930"/>
                  <a:pt x="3631" y="930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2" name="Freeform 489">
            <a:extLst>
              <a:ext uri="{FF2B5EF4-FFF2-40B4-BE49-F238E27FC236}">
                <a16:creationId xmlns:a16="http://schemas.microsoft.com/office/drawing/2014/main" id="{46BE7216-03B6-4EF3-B365-52BE475196C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357012" y="4343556"/>
            <a:ext cx="549304" cy="582263"/>
          </a:xfrm>
          <a:custGeom>
            <a:avLst/>
            <a:gdLst>
              <a:gd name="T0" fmla="*/ 882 w 883"/>
              <a:gd name="T1" fmla="*/ 0 h 934"/>
              <a:gd name="T2" fmla="*/ 882 w 883"/>
              <a:gd name="T3" fmla="*/ 596 h 934"/>
              <a:gd name="T4" fmla="*/ 0 w 883"/>
              <a:gd name="T5" fmla="*/ 596 h 934"/>
              <a:gd name="T6" fmla="*/ 0 w 883"/>
              <a:gd name="T7" fmla="*/ 933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3" h="934">
                <a:moveTo>
                  <a:pt x="882" y="0"/>
                </a:moveTo>
                <a:lnTo>
                  <a:pt x="882" y="596"/>
                </a:lnTo>
                <a:lnTo>
                  <a:pt x="0" y="596"/>
                </a:lnTo>
                <a:lnTo>
                  <a:pt x="0" y="933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3" name="Freeform 490">
            <a:extLst>
              <a:ext uri="{FF2B5EF4-FFF2-40B4-BE49-F238E27FC236}">
                <a16:creationId xmlns:a16="http://schemas.microsoft.com/office/drawing/2014/main" id="{47ECD555-E352-4151-A660-92CDB9FB87E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313068" y="4879127"/>
            <a:ext cx="90636" cy="90636"/>
          </a:xfrm>
          <a:custGeom>
            <a:avLst/>
            <a:gdLst>
              <a:gd name="T0" fmla="*/ 143 w 144"/>
              <a:gd name="T1" fmla="*/ 71 h 144"/>
              <a:gd name="T2" fmla="*/ 143 w 144"/>
              <a:gd name="T3" fmla="*/ 71 h 144"/>
              <a:gd name="T4" fmla="*/ 71 w 144"/>
              <a:gd name="T5" fmla="*/ 143 h 144"/>
              <a:gd name="T6" fmla="*/ 71 w 144"/>
              <a:gd name="T7" fmla="*/ 143 h 144"/>
              <a:gd name="T8" fmla="*/ 0 w 144"/>
              <a:gd name="T9" fmla="*/ 71 h 144"/>
              <a:gd name="T10" fmla="*/ 0 w 144"/>
              <a:gd name="T11" fmla="*/ 71 h 144"/>
              <a:gd name="T12" fmla="*/ 71 w 144"/>
              <a:gd name="T13" fmla="*/ 0 h 144"/>
              <a:gd name="T14" fmla="*/ 71 w 144"/>
              <a:gd name="T15" fmla="*/ 0 h 144"/>
              <a:gd name="T16" fmla="*/ 143 w 144"/>
              <a:gd name="T17" fmla="*/ 7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143" y="71"/>
                </a:moveTo>
                <a:lnTo>
                  <a:pt x="143" y="71"/>
                </a:lnTo>
                <a:cubicBezTo>
                  <a:pt x="143" y="110"/>
                  <a:pt x="110" y="143"/>
                  <a:pt x="71" y="143"/>
                </a:cubicBezTo>
                <a:lnTo>
                  <a:pt x="71" y="143"/>
                </a:lnTo>
                <a:cubicBezTo>
                  <a:pt x="32" y="143"/>
                  <a:pt x="0" y="110"/>
                  <a:pt x="0" y="71"/>
                </a:cubicBezTo>
                <a:lnTo>
                  <a:pt x="0" y="71"/>
                </a:lnTo>
                <a:cubicBezTo>
                  <a:pt x="0" y="32"/>
                  <a:pt x="32" y="0"/>
                  <a:pt x="71" y="0"/>
                </a:cubicBezTo>
                <a:lnTo>
                  <a:pt x="71" y="0"/>
                </a:lnTo>
                <a:cubicBezTo>
                  <a:pt x="110" y="0"/>
                  <a:pt x="143" y="32"/>
                  <a:pt x="143" y="71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4" name="Freeform 491">
            <a:extLst>
              <a:ext uri="{FF2B5EF4-FFF2-40B4-BE49-F238E27FC236}">
                <a16:creationId xmlns:a16="http://schemas.microsoft.com/office/drawing/2014/main" id="{D5A24F74-E0C8-414B-9633-D666DCF606D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765980" y="4343556"/>
            <a:ext cx="549304" cy="582263"/>
          </a:xfrm>
          <a:custGeom>
            <a:avLst/>
            <a:gdLst>
              <a:gd name="T0" fmla="*/ 0 w 882"/>
              <a:gd name="T1" fmla="*/ 0 h 934"/>
              <a:gd name="T2" fmla="*/ 0 w 882"/>
              <a:gd name="T3" fmla="*/ 596 h 934"/>
              <a:gd name="T4" fmla="*/ 881 w 882"/>
              <a:gd name="T5" fmla="*/ 596 h 934"/>
              <a:gd name="T6" fmla="*/ 881 w 882"/>
              <a:gd name="T7" fmla="*/ 933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2" h="934">
                <a:moveTo>
                  <a:pt x="0" y="0"/>
                </a:moveTo>
                <a:lnTo>
                  <a:pt x="0" y="596"/>
                </a:lnTo>
                <a:lnTo>
                  <a:pt x="881" y="596"/>
                </a:lnTo>
                <a:lnTo>
                  <a:pt x="881" y="933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5" name="Freeform 492">
            <a:extLst>
              <a:ext uri="{FF2B5EF4-FFF2-40B4-BE49-F238E27FC236}">
                <a16:creationId xmlns:a16="http://schemas.microsoft.com/office/drawing/2014/main" id="{AA3FABE6-D54A-4023-B54B-D6777C07C54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177152" y="4741967"/>
            <a:ext cx="90636" cy="90636"/>
          </a:xfrm>
          <a:custGeom>
            <a:avLst/>
            <a:gdLst>
              <a:gd name="T0" fmla="*/ 0 w 144"/>
              <a:gd name="T1" fmla="*/ 71 h 144"/>
              <a:gd name="T2" fmla="*/ 0 w 144"/>
              <a:gd name="T3" fmla="*/ 71 h 144"/>
              <a:gd name="T4" fmla="*/ 71 w 144"/>
              <a:gd name="T5" fmla="*/ 143 h 144"/>
              <a:gd name="T6" fmla="*/ 71 w 144"/>
              <a:gd name="T7" fmla="*/ 143 h 144"/>
              <a:gd name="T8" fmla="*/ 143 w 144"/>
              <a:gd name="T9" fmla="*/ 71 h 144"/>
              <a:gd name="T10" fmla="*/ 143 w 144"/>
              <a:gd name="T11" fmla="*/ 71 h 144"/>
              <a:gd name="T12" fmla="*/ 71 w 144"/>
              <a:gd name="T13" fmla="*/ 0 h 144"/>
              <a:gd name="T14" fmla="*/ 71 w 144"/>
              <a:gd name="T15" fmla="*/ 0 h 144"/>
              <a:gd name="T16" fmla="*/ 0 w 144"/>
              <a:gd name="T17" fmla="*/ 7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0" y="71"/>
                </a:moveTo>
                <a:lnTo>
                  <a:pt x="0" y="71"/>
                </a:lnTo>
                <a:cubicBezTo>
                  <a:pt x="0" y="110"/>
                  <a:pt x="32" y="143"/>
                  <a:pt x="71" y="143"/>
                </a:cubicBezTo>
                <a:lnTo>
                  <a:pt x="71" y="143"/>
                </a:lnTo>
                <a:cubicBezTo>
                  <a:pt x="110" y="143"/>
                  <a:pt x="143" y="110"/>
                  <a:pt x="143" y="71"/>
                </a:cubicBezTo>
                <a:lnTo>
                  <a:pt x="143" y="71"/>
                </a:lnTo>
                <a:cubicBezTo>
                  <a:pt x="143" y="32"/>
                  <a:pt x="110" y="0"/>
                  <a:pt x="71" y="0"/>
                </a:cubicBezTo>
                <a:lnTo>
                  <a:pt x="71" y="0"/>
                </a:lnTo>
                <a:cubicBezTo>
                  <a:pt x="32" y="0"/>
                  <a:pt x="0" y="32"/>
                  <a:pt x="0" y="71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6" name="Freeform 493">
            <a:extLst>
              <a:ext uri="{FF2B5EF4-FFF2-40B4-BE49-F238E27FC236}">
                <a16:creationId xmlns:a16="http://schemas.microsoft.com/office/drawing/2014/main" id="{618ECAE8-D661-4BB5-82AE-C4B5D2B20AB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290830" y="4879127"/>
            <a:ext cx="90636" cy="90636"/>
          </a:xfrm>
          <a:custGeom>
            <a:avLst/>
            <a:gdLst>
              <a:gd name="T0" fmla="*/ 143 w 144"/>
              <a:gd name="T1" fmla="*/ 71 h 144"/>
              <a:gd name="T2" fmla="*/ 143 w 144"/>
              <a:gd name="T3" fmla="*/ 71 h 144"/>
              <a:gd name="T4" fmla="*/ 72 w 144"/>
              <a:gd name="T5" fmla="*/ 143 h 144"/>
              <a:gd name="T6" fmla="*/ 72 w 144"/>
              <a:gd name="T7" fmla="*/ 143 h 144"/>
              <a:gd name="T8" fmla="*/ 0 w 144"/>
              <a:gd name="T9" fmla="*/ 71 h 144"/>
              <a:gd name="T10" fmla="*/ 0 w 144"/>
              <a:gd name="T11" fmla="*/ 71 h 144"/>
              <a:gd name="T12" fmla="*/ 72 w 144"/>
              <a:gd name="T13" fmla="*/ 0 h 144"/>
              <a:gd name="T14" fmla="*/ 72 w 144"/>
              <a:gd name="T15" fmla="*/ 0 h 144"/>
              <a:gd name="T16" fmla="*/ 143 w 144"/>
              <a:gd name="T17" fmla="*/ 7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143" y="71"/>
                </a:moveTo>
                <a:lnTo>
                  <a:pt x="143" y="71"/>
                </a:lnTo>
                <a:cubicBezTo>
                  <a:pt x="143" y="110"/>
                  <a:pt x="111" y="143"/>
                  <a:pt x="72" y="143"/>
                </a:cubicBezTo>
                <a:lnTo>
                  <a:pt x="72" y="143"/>
                </a:lnTo>
                <a:cubicBezTo>
                  <a:pt x="33" y="143"/>
                  <a:pt x="0" y="110"/>
                  <a:pt x="0" y="71"/>
                </a:cubicBezTo>
                <a:lnTo>
                  <a:pt x="0" y="71"/>
                </a:lnTo>
                <a:cubicBezTo>
                  <a:pt x="0" y="32"/>
                  <a:pt x="33" y="0"/>
                  <a:pt x="72" y="0"/>
                </a:cubicBezTo>
                <a:lnTo>
                  <a:pt x="72" y="0"/>
                </a:lnTo>
                <a:cubicBezTo>
                  <a:pt x="111" y="0"/>
                  <a:pt x="143" y="32"/>
                  <a:pt x="143" y="71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7" name="Line 494">
            <a:extLst>
              <a:ext uri="{FF2B5EF4-FFF2-40B4-BE49-F238E27FC236}">
                <a16:creationId xmlns:a16="http://schemas.microsoft.com/office/drawing/2014/main" id="{FCFA8B81-33C2-4D23-890E-F6B23A956436}"/>
              </a:ext>
            </a:extLst>
          </p:cNvPr>
          <p:cNvSpPr>
            <a:spLocks noChangeShapeType="1"/>
          </p:cNvSpPr>
          <p:nvPr/>
        </p:nvSpPr>
        <p:spPr bwMode="auto">
          <a:xfrm rot="16200000">
            <a:off x="11334775" y="4343555"/>
            <a:ext cx="2747" cy="560291"/>
          </a:xfrm>
          <a:prstGeom prst="line">
            <a:avLst/>
          </a:pr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8" name="Freeform 495">
            <a:extLst>
              <a:ext uri="{FF2B5EF4-FFF2-40B4-BE49-F238E27FC236}">
                <a16:creationId xmlns:a16="http://schemas.microsoft.com/office/drawing/2014/main" id="{B0D61C47-6ECF-4CC6-87FC-F5FADFC3E743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768991" y="4879127"/>
            <a:ext cx="87889" cy="90636"/>
          </a:xfrm>
          <a:custGeom>
            <a:avLst/>
            <a:gdLst>
              <a:gd name="T0" fmla="*/ 142 w 143"/>
              <a:gd name="T1" fmla="*/ 71 h 144"/>
              <a:gd name="T2" fmla="*/ 142 w 143"/>
              <a:gd name="T3" fmla="*/ 71 h 144"/>
              <a:gd name="T4" fmla="*/ 71 w 143"/>
              <a:gd name="T5" fmla="*/ 143 h 144"/>
              <a:gd name="T6" fmla="*/ 71 w 143"/>
              <a:gd name="T7" fmla="*/ 143 h 144"/>
              <a:gd name="T8" fmla="*/ 0 w 143"/>
              <a:gd name="T9" fmla="*/ 71 h 144"/>
              <a:gd name="T10" fmla="*/ 0 w 143"/>
              <a:gd name="T11" fmla="*/ 71 h 144"/>
              <a:gd name="T12" fmla="*/ 71 w 143"/>
              <a:gd name="T13" fmla="*/ 0 h 144"/>
              <a:gd name="T14" fmla="*/ 71 w 143"/>
              <a:gd name="T15" fmla="*/ 0 h 144"/>
              <a:gd name="T16" fmla="*/ 142 w 143"/>
              <a:gd name="T17" fmla="*/ 7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144">
                <a:moveTo>
                  <a:pt x="142" y="71"/>
                </a:moveTo>
                <a:lnTo>
                  <a:pt x="142" y="71"/>
                </a:lnTo>
                <a:cubicBezTo>
                  <a:pt x="142" y="110"/>
                  <a:pt x="111" y="143"/>
                  <a:pt x="71" y="143"/>
                </a:cubicBezTo>
                <a:lnTo>
                  <a:pt x="71" y="143"/>
                </a:lnTo>
                <a:cubicBezTo>
                  <a:pt x="32" y="143"/>
                  <a:pt x="0" y="110"/>
                  <a:pt x="0" y="71"/>
                </a:cubicBezTo>
                <a:lnTo>
                  <a:pt x="0" y="71"/>
                </a:lnTo>
                <a:cubicBezTo>
                  <a:pt x="0" y="32"/>
                  <a:pt x="32" y="0"/>
                  <a:pt x="71" y="0"/>
                </a:cubicBezTo>
                <a:lnTo>
                  <a:pt x="71" y="0"/>
                </a:lnTo>
                <a:cubicBezTo>
                  <a:pt x="111" y="0"/>
                  <a:pt x="142" y="32"/>
                  <a:pt x="142" y="71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19" name="Freeform 496">
            <a:extLst>
              <a:ext uri="{FF2B5EF4-FFF2-40B4-BE49-F238E27FC236}">
                <a16:creationId xmlns:a16="http://schemas.microsoft.com/office/drawing/2014/main" id="{17B2A138-A47E-4F0E-AF18-D2E82C1FB980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815683" y="4343555"/>
            <a:ext cx="302118" cy="560291"/>
          </a:xfrm>
          <a:custGeom>
            <a:avLst/>
            <a:gdLst>
              <a:gd name="T0" fmla="*/ 486 w 487"/>
              <a:gd name="T1" fmla="*/ 0 h 899"/>
              <a:gd name="T2" fmla="*/ 486 w 487"/>
              <a:gd name="T3" fmla="*/ 593 h 899"/>
              <a:gd name="T4" fmla="*/ 324 w 487"/>
              <a:gd name="T5" fmla="*/ 593 h 899"/>
              <a:gd name="T6" fmla="*/ 324 w 487"/>
              <a:gd name="T7" fmla="*/ 761 h 899"/>
              <a:gd name="T8" fmla="*/ 0 w 487"/>
              <a:gd name="T9" fmla="*/ 761 h 899"/>
              <a:gd name="T10" fmla="*/ 0 w 487"/>
              <a:gd name="T11" fmla="*/ 898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7" h="899">
                <a:moveTo>
                  <a:pt x="486" y="0"/>
                </a:moveTo>
                <a:lnTo>
                  <a:pt x="486" y="593"/>
                </a:lnTo>
                <a:lnTo>
                  <a:pt x="324" y="593"/>
                </a:lnTo>
                <a:lnTo>
                  <a:pt x="324" y="761"/>
                </a:lnTo>
                <a:lnTo>
                  <a:pt x="0" y="761"/>
                </a:lnTo>
                <a:lnTo>
                  <a:pt x="0" y="898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0" name="Freeform 497">
            <a:extLst>
              <a:ext uri="{FF2B5EF4-FFF2-40B4-BE49-F238E27FC236}">
                <a16:creationId xmlns:a16="http://schemas.microsoft.com/office/drawing/2014/main" id="{39879AF2-2742-4DBC-92AC-2F2B2D5EB43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804431" y="4879127"/>
            <a:ext cx="87889" cy="90636"/>
          </a:xfrm>
          <a:custGeom>
            <a:avLst/>
            <a:gdLst>
              <a:gd name="T0" fmla="*/ 0 w 143"/>
              <a:gd name="T1" fmla="*/ 71 h 144"/>
              <a:gd name="T2" fmla="*/ 0 w 143"/>
              <a:gd name="T3" fmla="*/ 71 h 144"/>
              <a:gd name="T4" fmla="*/ 71 w 143"/>
              <a:gd name="T5" fmla="*/ 143 h 144"/>
              <a:gd name="T6" fmla="*/ 71 w 143"/>
              <a:gd name="T7" fmla="*/ 143 h 144"/>
              <a:gd name="T8" fmla="*/ 142 w 143"/>
              <a:gd name="T9" fmla="*/ 71 h 144"/>
              <a:gd name="T10" fmla="*/ 142 w 143"/>
              <a:gd name="T11" fmla="*/ 71 h 144"/>
              <a:gd name="T12" fmla="*/ 71 w 143"/>
              <a:gd name="T13" fmla="*/ 0 h 144"/>
              <a:gd name="T14" fmla="*/ 71 w 143"/>
              <a:gd name="T15" fmla="*/ 0 h 144"/>
              <a:gd name="T16" fmla="*/ 0 w 143"/>
              <a:gd name="T17" fmla="*/ 71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144">
                <a:moveTo>
                  <a:pt x="0" y="71"/>
                </a:moveTo>
                <a:lnTo>
                  <a:pt x="0" y="71"/>
                </a:lnTo>
                <a:cubicBezTo>
                  <a:pt x="0" y="110"/>
                  <a:pt x="31" y="143"/>
                  <a:pt x="71" y="143"/>
                </a:cubicBezTo>
                <a:lnTo>
                  <a:pt x="71" y="143"/>
                </a:lnTo>
                <a:cubicBezTo>
                  <a:pt x="110" y="143"/>
                  <a:pt x="142" y="110"/>
                  <a:pt x="142" y="71"/>
                </a:cubicBezTo>
                <a:lnTo>
                  <a:pt x="142" y="71"/>
                </a:lnTo>
                <a:cubicBezTo>
                  <a:pt x="142" y="32"/>
                  <a:pt x="110" y="0"/>
                  <a:pt x="71" y="0"/>
                </a:cubicBezTo>
                <a:lnTo>
                  <a:pt x="71" y="0"/>
                </a:lnTo>
                <a:cubicBezTo>
                  <a:pt x="31" y="0"/>
                  <a:pt x="0" y="32"/>
                  <a:pt x="0" y="71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1" name="Freeform 498">
            <a:extLst>
              <a:ext uri="{FF2B5EF4-FFF2-40B4-BE49-F238E27FC236}">
                <a16:creationId xmlns:a16="http://schemas.microsoft.com/office/drawing/2014/main" id="{05A5C74E-0476-4544-ADA1-6240935BDCC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546258" y="4343555"/>
            <a:ext cx="304864" cy="560291"/>
          </a:xfrm>
          <a:custGeom>
            <a:avLst/>
            <a:gdLst>
              <a:gd name="T0" fmla="*/ 0 w 488"/>
              <a:gd name="T1" fmla="*/ 0 h 899"/>
              <a:gd name="T2" fmla="*/ 0 w 488"/>
              <a:gd name="T3" fmla="*/ 593 h 899"/>
              <a:gd name="T4" fmla="*/ 162 w 488"/>
              <a:gd name="T5" fmla="*/ 593 h 899"/>
              <a:gd name="T6" fmla="*/ 162 w 488"/>
              <a:gd name="T7" fmla="*/ 761 h 899"/>
              <a:gd name="T8" fmla="*/ 487 w 488"/>
              <a:gd name="T9" fmla="*/ 761 h 899"/>
              <a:gd name="T10" fmla="*/ 487 w 488"/>
              <a:gd name="T11" fmla="*/ 898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99">
                <a:moveTo>
                  <a:pt x="0" y="0"/>
                </a:moveTo>
                <a:lnTo>
                  <a:pt x="0" y="593"/>
                </a:lnTo>
                <a:lnTo>
                  <a:pt x="162" y="593"/>
                </a:lnTo>
                <a:lnTo>
                  <a:pt x="162" y="761"/>
                </a:lnTo>
                <a:lnTo>
                  <a:pt x="487" y="761"/>
                </a:lnTo>
                <a:lnTo>
                  <a:pt x="487" y="898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2" name="Freeform 539">
            <a:extLst>
              <a:ext uri="{FF2B5EF4-FFF2-40B4-BE49-F238E27FC236}">
                <a16:creationId xmlns:a16="http://schemas.microsoft.com/office/drawing/2014/main" id="{8062AB5E-92E8-41D3-8E46-8F08FE4475E6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765980" y="2308382"/>
            <a:ext cx="549304" cy="582263"/>
          </a:xfrm>
          <a:custGeom>
            <a:avLst/>
            <a:gdLst>
              <a:gd name="T0" fmla="*/ 0 w 882"/>
              <a:gd name="T1" fmla="*/ 933 h 934"/>
              <a:gd name="T2" fmla="*/ 0 w 882"/>
              <a:gd name="T3" fmla="*/ 337 h 934"/>
              <a:gd name="T4" fmla="*/ 881 w 882"/>
              <a:gd name="T5" fmla="*/ 337 h 934"/>
              <a:gd name="T6" fmla="*/ 881 w 882"/>
              <a:gd name="T7" fmla="*/ 0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2" h="934">
                <a:moveTo>
                  <a:pt x="0" y="933"/>
                </a:moveTo>
                <a:lnTo>
                  <a:pt x="0" y="337"/>
                </a:lnTo>
                <a:lnTo>
                  <a:pt x="881" y="337"/>
                </a:lnTo>
                <a:lnTo>
                  <a:pt x="881" y="0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3" name="Freeform 540">
            <a:extLst>
              <a:ext uri="{FF2B5EF4-FFF2-40B4-BE49-F238E27FC236}">
                <a16:creationId xmlns:a16="http://schemas.microsoft.com/office/drawing/2014/main" id="{D21FADC5-CDB5-4BA2-9D18-8CDAC7C415C7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2146672" y="2292172"/>
            <a:ext cx="90636" cy="90635"/>
          </a:xfrm>
          <a:custGeom>
            <a:avLst/>
            <a:gdLst>
              <a:gd name="T0" fmla="*/ 0 w 144"/>
              <a:gd name="T1" fmla="*/ 72 h 144"/>
              <a:gd name="T2" fmla="*/ 0 w 144"/>
              <a:gd name="T3" fmla="*/ 72 h 144"/>
              <a:gd name="T4" fmla="*/ 71 w 144"/>
              <a:gd name="T5" fmla="*/ 0 h 144"/>
              <a:gd name="T6" fmla="*/ 71 w 144"/>
              <a:gd name="T7" fmla="*/ 0 h 144"/>
              <a:gd name="T8" fmla="*/ 143 w 144"/>
              <a:gd name="T9" fmla="*/ 72 h 144"/>
              <a:gd name="T10" fmla="*/ 143 w 144"/>
              <a:gd name="T11" fmla="*/ 72 h 144"/>
              <a:gd name="T12" fmla="*/ 71 w 144"/>
              <a:gd name="T13" fmla="*/ 143 h 144"/>
              <a:gd name="T14" fmla="*/ 71 w 144"/>
              <a:gd name="T15" fmla="*/ 143 h 144"/>
              <a:gd name="T16" fmla="*/ 0 w 144"/>
              <a:gd name="T17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0" y="72"/>
                </a:moveTo>
                <a:lnTo>
                  <a:pt x="0" y="72"/>
                </a:lnTo>
                <a:cubicBezTo>
                  <a:pt x="0" y="32"/>
                  <a:pt x="32" y="0"/>
                  <a:pt x="71" y="0"/>
                </a:cubicBezTo>
                <a:lnTo>
                  <a:pt x="71" y="0"/>
                </a:lnTo>
                <a:cubicBezTo>
                  <a:pt x="110" y="0"/>
                  <a:pt x="143" y="32"/>
                  <a:pt x="143" y="72"/>
                </a:cubicBezTo>
                <a:lnTo>
                  <a:pt x="143" y="72"/>
                </a:lnTo>
                <a:cubicBezTo>
                  <a:pt x="143" y="111"/>
                  <a:pt x="110" y="143"/>
                  <a:pt x="71" y="143"/>
                </a:cubicBezTo>
                <a:lnTo>
                  <a:pt x="71" y="143"/>
                </a:lnTo>
                <a:cubicBezTo>
                  <a:pt x="32" y="143"/>
                  <a:pt x="0" y="111"/>
                  <a:pt x="0" y="7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4" name="Freeform 541">
            <a:extLst>
              <a:ext uri="{FF2B5EF4-FFF2-40B4-BE49-F238E27FC236}">
                <a16:creationId xmlns:a16="http://schemas.microsoft.com/office/drawing/2014/main" id="{2C287282-3901-436F-BAE3-86DC0AD0D6FB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357012" y="2308382"/>
            <a:ext cx="549304" cy="582263"/>
          </a:xfrm>
          <a:custGeom>
            <a:avLst/>
            <a:gdLst>
              <a:gd name="T0" fmla="*/ 882 w 883"/>
              <a:gd name="T1" fmla="*/ 933 h 934"/>
              <a:gd name="T2" fmla="*/ 882 w 883"/>
              <a:gd name="T3" fmla="*/ 337 h 934"/>
              <a:gd name="T4" fmla="*/ 0 w 883"/>
              <a:gd name="T5" fmla="*/ 337 h 934"/>
              <a:gd name="T6" fmla="*/ 0 w 883"/>
              <a:gd name="T7" fmla="*/ 0 h 9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83" h="934">
                <a:moveTo>
                  <a:pt x="882" y="933"/>
                </a:moveTo>
                <a:lnTo>
                  <a:pt x="882" y="337"/>
                </a:lnTo>
                <a:lnTo>
                  <a:pt x="0" y="337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5" name="Freeform 542">
            <a:extLst>
              <a:ext uri="{FF2B5EF4-FFF2-40B4-BE49-F238E27FC236}">
                <a16:creationId xmlns:a16="http://schemas.microsoft.com/office/drawing/2014/main" id="{58539111-7F61-411E-B8B3-9102951B788D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313068" y="2261692"/>
            <a:ext cx="90636" cy="90635"/>
          </a:xfrm>
          <a:custGeom>
            <a:avLst/>
            <a:gdLst>
              <a:gd name="T0" fmla="*/ 143 w 144"/>
              <a:gd name="T1" fmla="*/ 72 h 144"/>
              <a:gd name="T2" fmla="*/ 143 w 144"/>
              <a:gd name="T3" fmla="*/ 72 h 144"/>
              <a:gd name="T4" fmla="*/ 71 w 144"/>
              <a:gd name="T5" fmla="*/ 0 h 144"/>
              <a:gd name="T6" fmla="*/ 71 w 144"/>
              <a:gd name="T7" fmla="*/ 0 h 144"/>
              <a:gd name="T8" fmla="*/ 0 w 144"/>
              <a:gd name="T9" fmla="*/ 72 h 144"/>
              <a:gd name="T10" fmla="*/ 0 w 144"/>
              <a:gd name="T11" fmla="*/ 72 h 144"/>
              <a:gd name="T12" fmla="*/ 71 w 144"/>
              <a:gd name="T13" fmla="*/ 143 h 144"/>
              <a:gd name="T14" fmla="*/ 71 w 144"/>
              <a:gd name="T15" fmla="*/ 143 h 144"/>
              <a:gd name="T16" fmla="*/ 143 w 144"/>
              <a:gd name="T17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143" y="72"/>
                </a:moveTo>
                <a:lnTo>
                  <a:pt x="143" y="72"/>
                </a:lnTo>
                <a:cubicBezTo>
                  <a:pt x="143" y="32"/>
                  <a:pt x="110" y="0"/>
                  <a:pt x="71" y="0"/>
                </a:cubicBezTo>
                <a:lnTo>
                  <a:pt x="71" y="0"/>
                </a:lnTo>
                <a:cubicBezTo>
                  <a:pt x="32" y="0"/>
                  <a:pt x="0" y="32"/>
                  <a:pt x="0" y="72"/>
                </a:cubicBezTo>
                <a:lnTo>
                  <a:pt x="0" y="72"/>
                </a:lnTo>
                <a:cubicBezTo>
                  <a:pt x="0" y="111"/>
                  <a:pt x="32" y="143"/>
                  <a:pt x="71" y="143"/>
                </a:cubicBezTo>
                <a:lnTo>
                  <a:pt x="71" y="143"/>
                </a:lnTo>
                <a:cubicBezTo>
                  <a:pt x="110" y="143"/>
                  <a:pt x="143" y="111"/>
                  <a:pt x="143" y="7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6" name="Freeform 543">
            <a:extLst>
              <a:ext uri="{FF2B5EF4-FFF2-40B4-BE49-F238E27FC236}">
                <a16:creationId xmlns:a16="http://schemas.microsoft.com/office/drawing/2014/main" id="{3E9623B5-11F7-4348-84BA-086B2B00728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290830" y="2261692"/>
            <a:ext cx="90636" cy="90635"/>
          </a:xfrm>
          <a:custGeom>
            <a:avLst/>
            <a:gdLst>
              <a:gd name="T0" fmla="*/ 0 w 144"/>
              <a:gd name="T1" fmla="*/ 72 h 144"/>
              <a:gd name="T2" fmla="*/ 0 w 144"/>
              <a:gd name="T3" fmla="*/ 72 h 144"/>
              <a:gd name="T4" fmla="*/ 72 w 144"/>
              <a:gd name="T5" fmla="*/ 0 h 144"/>
              <a:gd name="T6" fmla="*/ 72 w 144"/>
              <a:gd name="T7" fmla="*/ 0 h 144"/>
              <a:gd name="T8" fmla="*/ 143 w 144"/>
              <a:gd name="T9" fmla="*/ 72 h 144"/>
              <a:gd name="T10" fmla="*/ 143 w 144"/>
              <a:gd name="T11" fmla="*/ 72 h 144"/>
              <a:gd name="T12" fmla="*/ 72 w 144"/>
              <a:gd name="T13" fmla="*/ 143 h 144"/>
              <a:gd name="T14" fmla="*/ 72 w 144"/>
              <a:gd name="T15" fmla="*/ 143 h 144"/>
              <a:gd name="T16" fmla="*/ 0 w 144"/>
              <a:gd name="T17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0" y="72"/>
                </a:moveTo>
                <a:lnTo>
                  <a:pt x="0" y="72"/>
                </a:lnTo>
                <a:cubicBezTo>
                  <a:pt x="0" y="32"/>
                  <a:pt x="33" y="0"/>
                  <a:pt x="72" y="0"/>
                </a:cubicBezTo>
                <a:lnTo>
                  <a:pt x="72" y="0"/>
                </a:lnTo>
                <a:cubicBezTo>
                  <a:pt x="111" y="0"/>
                  <a:pt x="143" y="32"/>
                  <a:pt x="143" y="72"/>
                </a:cubicBezTo>
                <a:lnTo>
                  <a:pt x="143" y="72"/>
                </a:lnTo>
                <a:cubicBezTo>
                  <a:pt x="143" y="111"/>
                  <a:pt x="111" y="143"/>
                  <a:pt x="72" y="143"/>
                </a:cubicBezTo>
                <a:lnTo>
                  <a:pt x="72" y="143"/>
                </a:lnTo>
                <a:cubicBezTo>
                  <a:pt x="33" y="143"/>
                  <a:pt x="0" y="111"/>
                  <a:pt x="0" y="7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7" name="Line 544">
            <a:extLst>
              <a:ext uri="{FF2B5EF4-FFF2-40B4-BE49-F238E27FC236}">
                <a16:creationId xmlns:a16="http://schemas.microsoft.com/office/drawing/2014/main" id="{1EE78ABC-413E-488F-969D-4E16126F9FA4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11334775" y="2324861"/>
            <a:ext cx="2747" cy="565784"/>
          </a:xfrm>
          <a:prstGeom prst="line">
            <a:avLst/>
          </a:pr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8" name="Freeform 545">
            <a:extLst>
              <a:ext uri="{FF2B5EF4-FFF2-40B4-BE49-F238E27FC236}">
                <a16:creationId xmlns:a16="http://schemas.microsoft.com/office/drawing/2014/main" id="{E4DCDE14-B689-41CB-8B28-9D3DFEE87ECC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812669" y="2261692"/>
            <a:ext cx="90636" cy="90635"/>
          </a:xfrm>
          <a:custGeom>
            <a:avLst/>
            <a:gdLst>
              <a:gd name="T0" fmla="*/ 0 w 144"/>
              <a:gd name="T1" fmla="*/ 72 h 144"/>
              <a:gd name="T2" fmla="*/ 0 w 144"/>
              <a:gd name="T3" fmla="*/ 72 h 144"/>
              <a:gd name="T4" fmla="*/ 72 w 144"/>
              <a:gd name="T5" fmla="*/ 0 h 144"/>
              <a:gd name="T6" fmla="*/ 72 w 144"/>
              <a:gd name="T7" fmla="*/ 0 h 144"/>
              <a:gd name="T8" fmla="*/ 143 w 144"/>
              <a:gd name="T9" fmla="*/ 72 h 144"/>
              <a:gd name="T10" fmla="*/ 143 w 144"/>
              <a:gd name="T11" fmla="*/ 72 h 144"/>
              <a:gd name="T12" fmla="*/ 72 w 144"/>
              <a:gd name="T13" fmla="*/ 143 h 144"/>
              <a:gd name="T14" fmla="*/ 72 w 144"/>
              <a:gd name="T15" fmla="*/ 143 h 144"/>
              <a:gd name="T16" fmla="*/ 0 w 144"/>
              <a:gd name="T17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4" h="144">
                <a:moveTo>
                  <a:pt x="0" y="72"/>
                </a:moveTo>
                <a:lnTo>
                  <a:pt x="0" y="72"/>
                </a:lnTo>
                <a:cubicBezTo>
                  <a:pt x="0" y="32"/>
                  <a:pt x="32" y="0"/>
                  <a:pt x="72" y="0"/>
                </a:cubicBezTo>
                <a:lnTo>
                  <a:pt x="72" y="0"/>
                </a:lnTo>
                <a:cubicBezTo>
                  <a:pt x="111" y="0"/>
                  <a:pt x="143" y="32"/>
                  <a:pt x="143" y="72"/>
                </a:cubicBezTo>
                <a:lnTo>
                  <a:pt x="143" y="72"/>
                </a:lnTo>
                <a:cubicBezTo>
                  <a:pt x="143" y="111"/>
                  <a:pt x="111" y="143"/>
                  <a:pt x="72" y="143"/>
                </a:cubicBezTo>
                <a:lnTo>
                  <a:pt x="72" y="143"/>
                </a:lnTo>
                <a:cubicBezTo>
                  <a:pt x="32" y="143"/>
                  <a:pt x="0" y="111"/>
                  <a:pt x="0" y="7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29" name="Freeform 546">
            <a:extLst>
              <a:ext uri="{FF2B5EF4-FFF2-40B4-BE49-F238E27FC236}">
                <a16:creationId xmlns:a16="http://schemas.microsoft.com/office/drawing/2014/main" id="{4A81685A-B989-4B64-8318-930FA75C29E5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1554498" y="2330354"/>
            <a:ext cx="304865" cy="560291"/>
          </a:xfrm>
          <a:custGeom>
            <a:avLst/>
            <a:gdLst>
              <a:gd name="T0" fmla="*/ 0 w 488"/>
              <a:gd name="T1" fmla="*/ 898 h 899"/>
              <a:gd name="T2" fmla="*/ 0 w 488"/>
              <a:gd name="T3" fmla="*/ 305 h 899"/>
              <a:gd name="T4" fmla="*/ 162 w 488"/>
              <a:gd name="T5" fmla="*/ 305 h 899"/>
              <a:gd name="T6" fmla="*/ 162 w 488"/>
              <a:gd name="T7" fmla="*/ 137 h 899"/>
              <a:gd name="T8" fmla="*/ 487 w 488"/>
              <a:gd name="T9" fmla="*/ 137 h 899"/>
              <a:gd name="T10" fmla="*/ 487 w 488"/>
              <a:gd name="T11" fmla="*/ 0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99">
                <a:moveTo>
                  <a:pt x="0" y="898"/>
                </a:moveTo>
                <a:lnTo>
                  <a:pt x="0" y="305"/>
                </a:lnTo>
                <a:lnTo>
                  <a:pt x="162" y="305"/>
                </a:lnTo>
                <a:lnTo>
                  <a:pt x="162" y="137"/>
                </a:lnTo>
                <a:lnTo>
                  <a:pt x="487" y="137"/>
                </a:lnTo>
                <a:lnTo>
                  <a:pt x="487" y="0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30" name="Freeform 547">
            <a:extLst>
              <a:ext uri="{FF2B5EF4-FFF2-40B4-BE49-F238E27FC236}">
                <a16:creationId xmlns:a16="http://schemas.microsoft.com/office/drawing/2014/main" id="{12144A76-4486-451D-AF33-51DF9EDF8051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779976" y="2261692"/>
            <a:ext cx="87889" cy="90635"/>
          </a:xfrm>
          <a:custGeom>
            <a:avLst/>
            <a:gdLst>
              <a:gd name="T0" fmla="*/ 142 w 143"/>
              <a:gd name="T1" fmla="*/ 72 h 144"/>
              <a:gd name="T2" fmla="*/ 142 w 143"/>
              <a:gd name="T3" fmla="*/ 72 h 144"/>
              <a:gd name="T4" fmla="*/ 71 w 143"/>
              <a:gd name="T5" fmla="*/ 0 h 144"/>
              <a:gd name="T6" fmla="*/ 71 w 143"/>
              <a:gd name="T7" fmla="*/ 0 h 144"/>
              <a:gd name="T8" fmla="*/ 0 w 143"/>
              <a:gd name="T9" fmla="*/ 72 h 144"/>
              <a:gd name="T10" fmla="*/ 0 w 143"/>
              <a:gd name="T11" fmla="*/ 72 h 144"/>
              <a:gd name="T12" fmla="*/ 71 w 143"/>
              <a:gd name="T13" fmla="*/ 143 h 144"/>
              <a:gd name="T14" fmla="*/ 71 w 143"/>
              <a:gd name="T15" fmla="*/ 143 h 144"/>
              <a:gd name="T16" fmla="*/ 142 w 143"/>
              <a:gd name="T17" fmla="*/ 72 h 1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43" h="144">
                <a:moveTo>
                  <a:pt x="142" y="72"/>
                </a:moveTo>
                <a:lnTo>
                  <a:pt x="142" y="72"/>
                </a:lnTo>
                <a:cubicBezTo>
                  <a:pt x="142" y="32"/>
                  <a:pt x="110" y="0"/>
                  <a:pt x="71" y="0"/>
                </a:cubicBezTo>
                <a:lnTo>
                  <a:pt x="71" y="0"/>
                </a:lnTo>
                <a:cubicBezTo>
                  <a:pt x="32" y="0"/>
                  <a:pt x="0" y="32"/>
                  <a:pt x="0" y="72"/>
                </a:cubicBezTo>
                <a:lnTo>
                  <a:pt x="0" y="72"/>
                </a:lnTo>
                <a:cubicBezTo>
                  <a:pt x="0" y="111"/>
                  <a:pt x="32" y="143"/>
                  <a:pt x="71" y="143"/>
                </a:cubicBezTo>
                <a:lnTo>
                  <a:pt x="71" y="143"/>
                </a:lnTo>
                <a:cubicBezTo>
                  <a:pt x="110" y="143"/>
                  <a:pt x="142" y="111"/>
                  <a:pt x="142" y="72"/>
                </a:cubicBezTo>
              </a:path>
            </a:pathLst>
          </a:custGeom>
          <a:solidFill>
            <a:srgbClr val="F09400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  <p:sp>
        <p:nvSpPr>
          <p:cNvPr id="31" name="Freeform 548">
            <a:extLst>
              <a:ext uri="{FF2B5EF4-FFF2-40B4-BE49-F238E27FC236}">
                <a16:creationId xmlns:a16="http://schemas.microsoft.com/office/drawing/2014/main" id="{15C9B604-0D3B-49E3-8C32-5E4EA3EAB5FA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10823922" y="2330354"/>
            <a:ext cx="302118" cy="560291"/>
          </a:xfrm>
          <a:custGeom>
            <a:avLst/>
            <a:gdLst>
              <a:gd name="T0" fmla="*/ 486 w 487"/>
              <a:gd name="T1" fmla="*/ 898 h 899"/>
              <a:gd name="T2" fmla="*/ 486 w 487"/>
              <a:gd name="T3" fmla="*/ 305 h 899"/>
              <a:gd name="T4" fmla="*/ 324 w 487"/>
              <a:gd name="T5" fmla="*/ 305 h 899"/>
              <a:gd name="T6" fmla="*/ 324 w 487"/>
              <a:gd name="T7" fmla="*/ 137 h 899"/>
              <a:gd name="T8" fmla="*/ 0 w 487"/>
              <a:gd name="T9" fmla="*/ 137 h 899"/>
              <a:gd name="T10" fmla="*/ 0 w 487"/>
              <a:gd name="T11" fmla="*/ 0 h 89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7" h="899">
                <a:moveTo>
                  <a:pt x="486" y="898"/>
                </a:moveTo>
                <a:lnTo>
                  <a:pt x="486" y="305"/>
                </a:lnTo>
                <a:lnTo>
                  <a:pt x="324" y="305"/>
                </a:lnTo>
                <a:lnTo>
                  <a:pt x="324" y="137"/>
                </a:lnTo>
                <a:lnTo>
                  <a:pt x="0" y="137"/>
                </a:lnTo>
                <a:lnTo>
                  <a:pt x="0" y="0"/>
                </a:lnTo>
              </a:path>
            </a:pathLst>
          </a:custGeom>
          <a:noFill/>
          <a:ln w="12700" cap="flat">
            <a:solidFill>
              <a:srgbClr val="F094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28243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ágrima 28">
            <a:extLst>
              <a:ext uri="{FF2B5EF4-FFF2-40B4-BE49-F238E27FC236}">
                <a16:creationId xmlns:a16="http://schemas.microsoft.com/office/drawing/2014/main" id="{528F81C2-B50A-4AD1-A390-C4B7143E0345}"/>
              </a:ext>
            </a:extLst>
          </p:cNvPr>
          <p:cNvSpPr/>
          <p:nvPr/>
        </p:nvSpPr>
        <p:spPr>
          <a:xfrm flipH="1">
            <a:off x="3759034" y="2399758"/>
            <a:ext cx="4207923" cy="3965874"/>
          </a:xfrm>
          <a:prstGeom prst="teardrop">
            <a:avLst/>
          </a:prstGeom>
          <a:solidFill>
            <a:srgbClr val="E7E6E6">
              <a:alpha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45874" dist="146306" dir="5460000" sx="102000" sy="102000" algn="t" rotWithShape="0">
              <a:prstClr val="black">
                <a:alpha val="13791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Lágrima 29">
            <a:extLst>
              <a:ext uri="{FF2B5EF4-FFF2-40B4-BE49-F238E27FC236}">
                <a16:creationId xmlns:a16="http://schemas.microsoft.com/office/drawing/2014/main" id="{FAC43BB8-44E2-4E2A-A3C5-10F773983817}"/>
              </a:ext>
            </a:extLst>
          </p:cNvPr>
          <p:cNvSpPr/>
          <p:nvPr/>
        </p:nvSpPr>
        <p:spPr>
          <a:xfrm rot="16200000" flipH="1">
            <a:off x="5012070" y="980655"/>
            <a:ext cx="3675185" cy="3463780"/>
          </a:xfrm>
          <a:prstGeom prst="teardrop">
            <a:avLst/>
          </a:prstGeom>
          <a:solidFill>
            <a:srgbClr val="F7931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Lágrima 30">
            <a:extLst>
              <a:ext uri="{FF2B5EF4-FFF2-40B4-BE49-F238E27FC236}">
                <a16:creationId xmlns:a16="http://schemas.microsoft.com/office/drawing/2014/main" id="{78983433-F3D4-468D-96FB-83DF607B5815}"/>
              </a:ext>
            </a:extLst>
          </p:cNvPr>
          <p:cNvSpPr/>
          <p:nvPr/>
        </p:nvSpPr>
        <p:spPr>
          <a:xfrm flipH="1">
            <a:off x="4025403" y="2712545"/>
            <a:ext cx="3675185" cy="3463780"/>
          </a:xfrm>
          <a:prstGeom prst="teardrop">
            <a:avLst/>
          </a:prstGeom>
          <a:solidFill>
            <a:srgbClr val="B3D33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Lágrima 33">
            <a:extLst>
              <a:ext uri="{FF2B5EF4-FFF2-40B4-BE49-F238E27FC236}">
                <a16:creationId xmlns:a16="http://schemas.microsoft.com/office/drawing/2014/main" id="{A0EA75DA-EB64-4A98-8FB8-F60B07335B84}"/>
              </a:ext>
            </a:extLst>
          </p:cNvPr>
          <p:cNvSpPr/>
          <p:nvPr/>
        </p:nvSpPr>
        <p:spPr>
          <a:xfrm rot="10800000" flipH="1">
            <a:off x="2625770" y="326395"/>
            <a:ext cx="4605625" cy="4340699"/>
          </a:xfrm>
          <a:prstGeom prst="teardrop">
            <a:avLst/>
          </a:prstGeom>
          <a:solidFill>
            <a:srgbClr val="E7E6E6">
              <a:alpha val="95000"/>
            </a:srgbClr>
          </a:solidFill>
          <a:ln w="12700" cap="flat" cmpd="sng" algn="ctr">
            <a:noFill/>
            <a:prstDash val="solid"/>
            <a:miter lim="800000"/>
          </a:ln>
          <a:effectLst>
            <a:outerShdw blurRad="145874" dist="146306" dir="5460000" sx="102000" sy="102000" algn="t" rotWithShape="0">
              <a:prstClr val="black">
                <a:alpha val="13791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Elipse 37">
            <a:extLst>
              <a:ext uri="{FF2B5EF4-FFF2-40B4-BE49-F238E27FC236}">
                <a16:creationId xmlns:a16="http://schemas.microsoft.com/office/drawing/2014/main" id="{C05D6C2C-78BA-4BC6-B402-FC945B3BE6BF}"/>
              </a:ext>
            </a:extLst>
          </p:cNvPr>
          <p:cNvSpPr/>
          <p:nvPr/>
        </p:nvSpPr>
        <p:spPr>
          <a:xfrm>
            <a:off x="7449501" y="1902721"/>
            <a:ext cx="884387" cy="866315"/>
          </a:xfrm>
          <a:prstGeom prst="ellipse">
            <a:avLst/>
          </a:prstGeom>
          <a:pattFill prst="pct5">
            <a:fgClr>
              <a:srgbClr val="F7931C">
                <a:lumMod val="50000"/>
              </a:srgbClr>
            </a:fgClr>
            <a:bgClr>
              <a:srgbClr val="F7931C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Lágrima 38">
            <a:extLst>
              <a:ext uri="{FF2B5EF4-FFF2-40B4-BE49-F238E27FC236}">
                <a16:creationId xmlns:a16="http://schemas.microsoft.com/office/drawing/2014/main" id="{01D0B58D-D535-4CFC-8E6D-A66E6015A580}"/>
              </a:ext>
            </a:extLst>
          </p:cNvPr>
          <p:cNvSpPr/>
          <p:nvPr/>
        </p:nvSpPr>
        <p:spPr>
          <a:xfrm rot="10800000" flipH="1">
            <a:off x="2831025" y="474437"/>
            <a:ext cx="4212300" cy="3969999"/>
          </a:xfrm>
          <a:prstGeom prst="teardrop">
            <a:avLst/>
          </a:prstGeom>
          <a:noFill/>
          <a:ln w="57150" cap="flat" cmpd="sng" algn="ctr">
            <a:solidFill>
              <a:srgbClr val="F7931C"/>
            </a:solidFill>
            <a:prstDash val="dash"/>
            <a:miter lim="800000"/>
          </a:ln>
          <a:effectLst>
            <a:outerShdw blurRad="145874" dist="146306" dir="5460000" sx="102000" sy="102000" algn="t" rotWithShape="0">
              <a:prstClr val="black">
                <a:alpha val="13791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Lágrima 43">
            <a:extLst>
              <a:ext uri="{FF2B5EF4-FFF2-40B4-BE49-F238E27FC236}">
                <a16:creationId xmlns:a16="http://schemas.microsoft.com/office/drawing/2014/main" id="{C9F848DE-F08F-42DD-B279-F1CE20298AB2}"/>
              </a:ext>
            </a:extLst>
          </p:cNvPr>
          <p:cNvSpPr/>
          <p:nvPr/>
        </p:nvSpPr>
        <p:spPr>
          <a:xfrm rot="10800000" flipH="1">
            <a:off x="3018763" y="285480"/>
            <a:ext cx="4198018" cy="3956538"/>
          </a:xfrm>
          <a:prstGeom prst="teardrop">
            <a:avLst/>
          </a:prstGeom>
          <a:solidFill>
            <a:srgbClr val="4BBCF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ángulo 44">
            <a:extLst>
              <a:ext uri="{FF2B5EF4-FFF2-40B4-BE49-F238E27FC236}">
                <a16:creationId xmlns:a16="http://schemas.microsoft.com/office/drawing/2014/main" id="{06F4A5CA-9A7E-4204-9925-2179C30A10EE}"/>
              </a:ext>
            </a:extLst>
          </p:cNvPr>
          <p:cNvSpPr/>
          <p:nvPr/>
        </p:nvSpPr>
        <p:spPr>
          <a:xfrm>
            <a:off x="2652341" y="3306817"/>
            <a:ext cx="6453498" cy="1451120"/>
          </a:xfrm>
          <a:prstGeom prst="rect">
            <a:avLst/>
          </a:prstGeom>
          <a:solidFill>
            <a:srgbClr val="0E5888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Elipse 45">
            <a:extLst>
              <a:ext uri="{FF2B5EF4-FFF2-40B4-BE49-F238E27FC236}">
                <a16:creationId xmlns:a16="http://schemas.microsoft.com/office/drawing/2014/main" id="{89C47169-3071-4461-98D6-B0E66ECA4B3B}"/>
              </a:ext>
            </a:extLst>
          </p:cNvPr>
          <p:cNvSpPr/>
          <p:nvPr/>
        </p:nvSpPr>
        <p:spPr>
          <a:xfrm>
            <a:off x="1241649" y="3001614"/>
            <a:ext cx="1977881" cy="1977881"/>
          </a:xfrm>
          <a:prstGeom prst="ellipse">
            <a:avLst/>
          </a:prstGeom>
          <a:pattFill prst="wdDnDiag">
            <a:fgClr>
              <a:srgbClr val="0E5888">
                <a:lumMod val="50000"/>
              </a:srgbClr>
            </a:fgClr>
            <a:bgClr>
              <a:srgbClr val="E7E6E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CuadroTexto 46">
            <a:extLst>
              <a:ext uri="{FF2B5EF4-FFF2-40B4-BE49-F238E27FC236}">
                <a16:creationId xmlns:a16="http://schemas.microsoft.com/office/drawing/2014/main" id="{CBB7B0F8-ABEB-4958-A7D5-48E7236692D9}"/>
              </a:ext>
            </a:extLst>
          </p:cNvPr>
          <p:cNvSpPr txBox="1"/>
          <p:nvPr/>
        </p:nvSpPr>
        <p:spPr>
          <a:xfrm>
            <a:off x="3608035" y="3589327"/>
            <a:ext cx="424332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217"/>
            <a:r>
              <a:rPr lang="en-US" sz="3200" b="1" spc="300" dirty="0">
                <a:solidFill>
                  <a:srgbClr val="FFFFFF"/>
                </a:solidFill>
                <a:latin typeface="Montserrat ExtraBold" pitchFamily="2" charset="77"/>
              </a:rPr>
              <a:t>THANKS for your attention</a:t>
            </a:r>
          </a:p>
        </p:txBody>
      </p:sp>
      <p:sp>
        <p:nvSpPr>
          <p:cNvPr id="12" name="Rectángulo 50">
            <a:extLst>
              <a:ext uri="{FF2B5EF4-FFF2-40B4-BE49-F238E27FC236}">
                <a16:creationId xmlns:a16="http://schemas.microsoft.com/office/drawing/2014/main" id="{3B8A6B5D-A3DA-46A7-A5A3-B9B228F408B7}"/>
              </a:ext>
            </a:extLst>
          </p:cNvPr>
          <p:cNvSpPr/>
          <p:nvPr/>
        </p:nvSpPr>
        <p:spPr>
          <a:xfrm>
            <a:off x="5804650" y="4879266"/>
            <a:ext cx="1712586" cy="70339"/>
          </a:xfrm>
          <a:prstGeom prst="rect">
            <a:avLst/>
          </a:prstGeom>
          <a:solidFill>
            <a:srgbClr val="0E5888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ángulo 51">
            <a:extLst>
              <a:ext uri="{FF2B5EF4-FFF2-40B4-BE49-F238E27FC236}">
                <a16:creationId xmlns:a16="http://schemas.microsoft.com/office/drawing/2014/main" id="{0D511CCF-5046-4228-B120-22AD4AD136BC}"/>
              </a:ext>
            </a:extLst>
          </p:cNvPr>
          <p:cNvSpPr/>
          <p:nvPr/>
        </p:nvSpPr>
        <p:spPr>
          <a:xfrm>
            <a:off x="3582110" y="3089734"/>
            <a:ext cx="1712586" cy="70339"/>
          </a:xfrm>
          <a:prstGeom prst="rect">
            <a:avLst/>
          </a:prstGeom>
          <a:solidFill>
            <a:srgbClr val="0E5888">
              <a:lumMod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Elipse 52">
            <a:extLst>
              <a:ext uri="{FF2B5EF4-FFF2-40B4-BE49-F238E27FC236}">
                <a16:creationId xmlns:a16="http://schemas.microsoft.com/office/drawing/2014/main" id="{D03329BB-AB08-48E4-9BC7-0AD2D203365D}"/>
              </a:ext>
            </a:extLst>
          </p:cNvPr>
          <p:cNvSpPr/>
          <p:nvPr/>
        </p:nvSpPr>
        <p:spPr>
          <a:xfrm>
            <a:off x="8331057" y="2989930"/>
            <a:ext cx="1874443" cy="1931120"/>
          </a:xfrm>
          <a:prstGeom prst="ellipse">
            <a:avLst/>
          </a:prstGeom>
          <a:pattFill prst="wdDnDiag">
            <a:fgClr>
              <a:srgbClr val="0E5888">
                <a:lumMod val="50000"/>
              </a:srgbClr>
            </a:fgClr>
            <a:bgClr>
              <a:srgbClr val="E7E6E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Elipse 53">
            <a:extLst>
              <a:ext uri="{FF2B5EF4-FFF2-40B4-BE49-F238E27FC236}">
                <a16:creationId xmlns:a16="http://schemas.microsoft.com/office/drawing/2014/main" id="{8FA023EC-5402-490F-A1EC-002E0B5790E7}"/>
              </a:ext>
            </a:extLst>
          </p:cNvPr>
          <p:cNvSpPr/>
          <p:nvPr/>
        </p:nvSpPr>
        <p:spPr>
          <a:xfrm>
            <a:off x="4927791" y="4992993"/>
            <a:ext cx="884387" cy="866315"/>
          </a:xfrm>
          <a:prstGeom prst="ellipse">
            <a:avLst/>
          </a:prstGeom>
          <a:pattFill prst="pct5">
            <a:fgClr>
              <a:srgbClr val="0B4213"/>
            </a:fgClr>
            <a:bgClr>
              <a:srgbClr val="B3D33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Elipse 55">
            <a:extLst>
              <a:ext uri="{FF2B5EF4-FFF2-40B4-BE49-F238E27FC236}">
                <a16:creationId xmlns:a16="http://schemas.microsoft.com/office/drawing/2014/main" id="{9CDD0386-B547-4435-9169-FB5818B89CDE}"/>
              </a:ext>
            </a:extLst>
          </p:cNvPr>
          <p:cNvSpPr/>
          <p:nvPr/>
        </p:nvSpPr>
        <p:spPr>
          <a:xfrm>
            <a:off x="9021153" y="5426151"/>
            <a:ext cx="469010" cy="469010"/>
          </a:xfrm>
          <a:prstGeom prst="ellipse">
            <a:avLst/>
          </a:prstGeom>
          <a:pattFill prst="wdDnDiag">
            <a:fgClr>
              <a:srgbClr val="0B4213"/>
            </a:fgClr>
            <a:bgClr>
              <a:srgbClr val="E7E6E6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Elipse 56">
            <a:extLst>
              <a:ext uri="{FF2B5EF4-FFF2-40B4-BE49-F238E27FC236}">
                <a16:creationId xmlns:a16="http://schemas.microsoft.com/office/drawing/2014/main" id="{28E1412A-361C-452D-8D22-E035FF7D3CBA}"/>
              </a:ext>
            </a:extLst>
          </p:cNvPr>
          <p:cNvSpPr/>
          <p:nvPr/>
        </p:nvSpPr>
        <p:spPr>
          <a:xfrm>
            <a:off x="4497813" y="1109342"/>
            <a:ext cx="1476850" cy="1446672"/>
          </a:xfrm>
          <a:prstGeom prst="ellipse">
            <a:avLst/>
          </a:prstGeom>
          <a:pattFill prst="pct5">
            <a:fgClr>
              <a:srgbClr val="0E5888">
                <a:lumMod val="50000"/>
              </a:srgbClr>
            </a:fgClr>
            <a:bgClr>
              <a:srgbClr val="4BBCFA"/>
            </a:bgClr>
          </a:patt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217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14470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359</Words>
  <Application>Microsoft Office PowerPoint</Application>
  <PresentationFormat>Grand écran</PresentationFormat>
  <Paragraphs>46</Paragraphs>
  <Slides>6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6" baseType="lpstr">
      <vt:lpstr>Arial</vt:lpstr>
      <vt:lpstr>Barlow</vt:lpstr>
      <vt:lpstr>Barlow ExtraBold</vt:lpstr>
      <vt:lpstr>Calibri</vt:lpstr>
      <vt:lpstr>Calibri Light</vt:lpstr>
      <vt:lpstr>Lato Light</vt:lpstr>
      <vt:lpstr>Montserrat</vt:lpstr>
      <vt:lpstr>Montserrat ExtraBold</vt:lpstr>
      <vt:lpstr>Poppins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Oumayma Nasri</dc:creator>
  <cp:lastModifiedBy>Oumayma Nasri</cp:lastModifiedBy>
  <cp:revision>3</cp:revision>
  <dcterms:created xsi:type="dcterms:W3CDTF">2021-11-11T09:49:55Z</dcterms:created>
  <dcterms:modified xsi:type="dcterms:W3CDTF">2021-11-15T06:31:04Z</dcterms:modified>
</cp:coreProperties>
</file>